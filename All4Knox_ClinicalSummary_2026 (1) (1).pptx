
<file path=[Content_Types].xml><?xml version="1.0" encoding="utf-8"?>
<Types xmlns="http://schemas.openxmlformats.org/package/2006/content-types">
  <Default Extension="jpeg" ContentType="image/jpe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66" r:id="rId3"/>
    <p:sldId id="257" r:id="rId4"/>
    <p:sldId id="258" r:id="rId5"/>
    <p:sldId id="267" r:id="rId6"/>
    <p:sldId id="268" r:id="rId7"/>
    <p:sldId id="265" r:id="rId8"/>
    <p:sldId id="259" r:id="rId9"/>
    <p:sldId id="261" r:id="rId10"/>
    <p:sldId id="262" r:id="rId11"/>
    <p:sldId id="263" r:id="rId12"/>
    <p:sldId id="264"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364"/>
    <p:restoredTop sz="94681"/>
  </p:normalViewPr>
  <p:slideViewPr>
    <p:cSldViewPr snapToGrid="0">
      <p:cViewPr varScale="1">
        <p:scale>
          <a:sx n="105" d="100"/>
          <a:sy n="105" d="100"/>
        </p:scale>
        <p:origin x="696"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diagrams/_rels/data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svg"/><Relationship Id="rId1" Type="http://schemas.openxmlformats.org/officeDocument/2006/relationships/image" Target="../media/image1.svg"/></Relationships>
</file>

<file path=ppt/diagrams/_rels/data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svg"/><Relationship Id="rId1" Type="http://schemas.openxmlformats.org/officeDocument/2006/relationships/image" Target="../media/image1.svg"/><Relationship Id="rId5" Type="http://schemas.openxmlformats.org/officeDocument/2006/relationships/image" Target="../media/image5.svg"/><Relationship Id="rId4" Type="http://schemas.openxmlformats.org/officeDocument/2006/relationships/image" Target="../media/image4.svg"/></Relationships>
</file>

<file path=ppt/diagrams/_rels/drawing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svg"/><Relationship Id="rId1" Type="http://schemas.openxmlformats.org/officeDocument/2006/relationships/image" Target="../media/image1.svg"/></Relationships>
</file>

<file path=ppt/diagrams/_rels/drawing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svg"/><Relationship Id="rId1" Type="http://schemas.openxmlformats.org/officeDocument/2006/relationships/image" Target="../media/image1.svg"/><Relationship Id="rId5" Type="http://schemas.openxmlformats.org/officeDocument/2006/relationships/image" Target="../media/image5.svg"/><Relationship Id="rId4" Type="http://schemas.openxmlformats.org/officeDocument/2006/relationships/image" Target="../media/image4.sv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BAB7E1F6-2856-4D14-803B-6CDB26E7996B}" type="doc">
      <dgm:prSet loTypeId="urn:microsoft.com/office/officeart/2005/8/layout/hierarchy2" loCatId="hierarchy" qsTypeId="urn:microsoft.com/office/officeart/2005/8/quickstyle/simple1" qsCatId="simple" csTypeId="urn:microsoft.com/office/officeart/2005/8/colors/accent1_2" csCatId="accent1" phldr="1"/>
      <dgm:spPr/>
      <dgm:t>
        <a:bodyPr/>
        <a:lstStyle/>
        <a:p>
          <a:endParaRPr lang="en-US"/>
        </a:p>
      </dgm:t>
    </dgm:pt>
    <dgm:pt modelId="{7854D6E9-FEB5-489E-80A9-AACBB150D351}">
      <dgm:prSet phldrT="[Text]" phldr="0"/>
      <dgm:spPr>
        <a:solidFill>
          <a:schemeClr val="accent2">
            <a:lumMod val="50000"/>
          </a:schemeClr>
        </a:solidFill>
        <a:ln>
          <a:solidFill>
            <a:schemeClr val="tx1"/>
          </a:solidFill>
        </a:ln>
      </dgm:spPr>
      <dgm:t>
        <a:bodyPr/>
        <a:lstStyle/>
        <a:p>
          <a:r>
            <a:rPr lang="en-US" dirty="0"/>
            <a:t>Person with OUD</a:t>
          </a:r>
        </a:p>
        <a:p>
          <a:r>
            <a:rPr lang="en-US" dirty="0"/>
            <a:t>&gt;18yo </a:t>
          </a:r>
        </a:p>
      </dgm:t>
    </dgm:pt>
    <dgm:pt modelId="{DE377339-375F-4283-B6ED-A899058857DD}" type="parTrans" cxnId="{B5E9DACC-36AF-4B2E-AF5E-958C9EBB1A21}">
      <dgm:prSet/>
      <dgm:spPr/>
      <dgm:t>
        <a:bodyPr/>
        <a:lstStyle/>
        <a:p>
          <a:endParaRPr lang="en-US"/>
        </a:p>
      </dgm:t>
    </dgm:pt>
    <dgm:pt modelId="{4B3B72F7-2826-4C2E-99C8-FBE2E5CE2803}" type="sibTrans" cxnId="{B5E9DACC-36AF-4B2E-AF5E-958C9EBB1A21}">
      <dgm:prSet/>
      <dgm:spPr/>
      <dgm:t>
        <a:bodyPr/>
        <a:lstStyle/>
        <a:p>
          <a:endParaRPr lang="en-US"/>
        </a:p>
      </dgm:t>
    </dgm:pt>
    <dgm:pt modelId="{00E2E382-A27D-4BD2-B035-B89488A14E41}">
      <dgm:prSet phldrT="[Text]" phldr="0"/>
      <dgm:spPr>
        <a:solidFill>
          <a:schemeClr val="accent6"/>
        </a:solidFill>
        <a:ln>
          <a:solidFill>
            <a:schemeClr val="accent6"/>
          </a:solidFill>
        </a:ln>
      </dgm:spPr>
      <dgm:t>
        <a:bodyPr/>
        <a:lstStyle/>
        <a:p>
          <a:r>
            <a:rPr lang="en-US" dirty="0"/>
            <a:t>Insured</a:t>
          </a:r>
        </a:p>
      </dgm:t>
    </dgm:pt>
    <dgm:pt modelId="{1F00C3B6-0D2D-45F6-A36B-5DD9C5D9B38F}" type="parTrans" cxnId="{123298A9-E03E-4222-AC45-D5DF612BF126}">
      <dgm:prSet/>
      <dgm:spPr/>
      <dgm:t>
        <a:bodyPr/>
        <a:lstStyle/>
        <a:p>
          <a:endParaRPr lang="en-US"/>
        </a:p>
      </dgm:t>
    </dgm:pt>
    <dgm:pt modelId="{D1A67388-1ECA-4F41-9A82-B2E4AB6AA345}" type="sibTrans" cxnId="{123298A9-E03E-4222-AC45-D5DF612BF126}">
      <dgm:prSet/>
      <dgm:spPr/>
      <dgm:t>
        <a:bodyPr/>
        <a:lstStyle/>
        <a:p>
          <a:endParaRPr lang="en-US"/>
        </a:p>
      </dgm:t>
    </dgm:pt>
    <dgm:pt modelId="{8B483960-4474-4F02-8070-3FDC35CB8532}">
      <dgm:prSet phldrT="[Text]" phldr="0"/>
      <dgm:spPr>
        <a:solidFill>
          <a:schemeClr val="tx2">
            <a:lumMod val="50000"/>
            <a:lumOff val="50000"/>
          </a:schemeClr>
        </a:solidFill>
      </dgm:spPr>
      <dgm:t>
        <a:bodyPr/>
        <a:lstStyle/>
        <a:p>
          <a:r>
            <a:rPr lang="en-US" dirty="0"/>
            <a:t>MD/DO</a:t>
          </a:r>
        </a:p>
      </dgm:t>
    </dgm:pt>
    <dgm:pt modelId="{FD30C37A-C40A-4B1C-9C67-BC5B4AB5E8D7}" type="parTrans" cxnId="{8C309DCB-3D8A-4547-AF15-81ED7D087A28}">
      <dgm:prSet/>
      <dgm:spPr/>
      <dgm:t>
        <a:bodyPr/>
        <a:lstStyle/>
        <a:p>
          <a:endParaRPr lang="en-US"/>
        </a:p>
      </dgm:t>
    </dgm:pt>
    <dgm:pt modelId="{FFB960B6-D9E1-42EE-BC6E-2BC2781C83E3}" type="sibTrans" cxnId="{8C309DCB-3D8A-4547-AF15-81ED7D087A28}">
      <dgm:prSet/>
      <dgm:spPr/>
      <dgm:t>
        <a:bodyPr/>
        <a:lstStyle/>
        <a:p>
          <a:endParaRPr lang="en-US"/>
        </a:p>
      </dgm:t>
    </dgm:pt>
    <dgm:pt modelId="{BEA2985D-EA4A-44C4-845C-ABAEF319C222}">
      <dgm:prSet phldrT="[Text]" phldr="0"/>
      <dgm:spPr>
        <a:solidFill>
          <a:schemeClr val="bg1">
            <a:lumMod val="50000"/>
          </a:schemeClr>
        </a:solidFill>
      </dgm:spPr>
      <dgm:t>
        <a:bodyPr/>
        <a:lstStyle/>
        <a:p>
          <a:r>
            <a:rPr lang="en-US" dirty="0"/>
            <a:t>Uninsured</a:t>
          </a:r>
        </a:p>
      </dgm:t>
    </dgm:pt>
    <dgm:pt modelId="{D27B3F8A-8586-4010-8400-D3070F27CCCA}" type="parTrans" cxnId="{55717264-777A-40E5-8314-4099CE4A3362}">
      <dgm:prSet/>
      <dgm:spPr/>
      <dgm:t>
        <a:bodyPr/>
        <a:lstStyle/>
        <a:p>
          <a:endParaRPr lang="en-US"/>
        </a:p>
      </dgm:t>
    </dgm:pt>
    <dgm:pt modelId="{8E621E7C-1DB7-4B6B-9FEA-F9753D9C0897}" type="sibTrans" cxnId="{55717264-777A-40E5-8314-4099CE4A3362}">
      <dgm:prSet/>
      <dgm:spPr/>
      <dgm:t>
        <a:bodyPr/>
        <a:lstStyle/>
        <a:p>
          <a:endParaRPr lang="en-US"/>
        </a:p>
      </dgm:t>
    </dgm:pt>
    <dgm:pt modelId="{C9652427-6B76-4D6C-A17E-5C481D93DEB9}">
      <dgm:prSet phldrT="[Text]" phldr="0"/>
      <dgm:spPr>
        <a:solidFill>
          <a:schemeClr val="tx2">
            <a:lumMod val="50000"/>
            <a:lumOff val="50000"/>
          </a:schemeClr>
        </a:solidFill>
      </dgm:spPr>
      <dgm:t>
        <a:bodyPr/>
        <a:lstStyle/>
        <a:p>
          <a:r>
            <a:rPr lang="en-US" dirty="0"/>
            <a:t>NP/PA </a:t>
          </a:r>
        </a:p>
        <a:p>
          <a:r>
            <a:rPr lang="en-US" dirty="0"/>
            <a:t>(must work at FQHC, CMHC, OBOT, or Hospital)</a:t>
          </a:r>
        </a:p>
      </dgm:t>
    </dgm:pt>
    <dgm:pt modelId="{5B67E8CB-36FA-4284-A26E-997B11D94775}" type="parTrans" cxnId="{A63C8684-E8B1-4CC5-98E7-9AEACBE4753D}">
      <dgm:prSet/>
      <dgm:spPr/>
      <dgm:t>
        <a:bodyPr/>
        <a:lstStyle/>
        <a:p>
          <a:endParaRPr lang="en-US"/>
        </a:p>
      </dgm:t>
    </dgm:pt>
    <dgm:pt modelId="{101152D8-1F8F-4EE4-BDC5-7740F98D9309}" type="sibTrans" cxnId="{A63C8684-E8B1-4CC5-98E7-9AEACBE4753D}">
      <dgm:prSet/>
      <dgm:spPr/>
      <dgm:t>
        <a:bodyPr/>
        <a:lstStyle/>
        <a:p>
          <a:endParaRPr lang="en-US"/>
        </a:p>
      </dgm:t>
    </dgm:pt>
    <dgm:pt modelId="{39D72667-F62E-4142-9583-8FE3ACCB403C}">
      <dgm:prSet phldrT="[Text]" phldr="0"/>
      <dgm:spPr>
        <a:solidFill>
          <a:schemeClr val="bg1">
            <a:lumMod val="50000"/>
          </a:schemeClr>
        </a:solidFill>
      </dgm:spPr>
      <dgm:t>
        <a:bodyPr/>
        <a:lstStyle/>
        <a:p>
          <a:r>
            <a:rPr lang="en-US" dirty="0"/>
            <a:t>Refer to Grant Funded Clinic: </a:t>
          </a:r>
          <a:r>
            <a:rPr lang="en-US" dirty="0" err="1"/>
            <a:t>Mcnabb</a:t>
          </a:r>
          <a:r>
            <a:rPr lang="en-US" dirty="0"/>
            <a:t> or Cherokee</a:t>
          </a:r>
        </a:p>
      </dgm:t>
    </dgm:pt>
    <dgm:pt modelId="{D3008A18-6F43-4C6D-B3B0-EB3A664A926C}" type="parTrans" cxnId="{29A0255D-7B87-446C-BF79-29205E5351D4}">
      <dgm:prSet/>
      <dgm:spPr/>
      <dgm:t>
        <a:bodyPr/>
        <a:lstStyle/>
        <a:p>
          <a:endParaRPr lang="en-US"/>
        </a:p>
      </dgm:t>
    </dgm:pt>
    <dgm:pt modelId="{81DCED81-934E-468D-ADF1-FA404A32804A}" type="sibTrans" cxnId="{29A0255D-7B87-446C-BF79-29205E5351D4}">
      <dgm:prSet/>
      <dgm:spPr/>
      <dgm:t>
        <a:bodyPr/>
        <a:lstStyle/>
        <a:p>
          <a:endParaRPr lang="en-US"/>
        </a:p>
      </dgm:t>
    </dgm:pt>
    <dgm:pt modelId="{F7487559-9A05-4608-82DA-62880764D67C}">
      <dgm:prSet phldrT="[Text]" phldr="0"/>
      <dgm:spPr>
        <a:solidFill>
          <a:schemeClr val="tx2">
            <a:lumMod val="50000"/>
            <a:lumOff val="50000"/>
          </a:schemeClr>
        </a:solidFill>
      </dgm:spPr>
      <dgm:t>
        <a:bodyPr/>
        <a:lstStyle/>
        <a:p>
          <a:r>
            <a:rPr lang="en-US" dirty="0"/>
            <a:t>Can Rx up to 30d</a:t>
          </a:r>
        </a:p>
        <a:p>
          <a:r>
            <a:rPr lang="en-US" dirty="0"/>
            <a:t>Max dose 16mg</a:t>
          </a:r>
        </a:p>
      </dgm:t>
    </dgm:pt>
    <dgm:pt modelId="{DD071F13-E997-4847-8D92-7C2382B9F9CF}" type="parTrans" cxnId="{89727ED8-8762-4950-9DFD-D522B1F1CCEE}">
      <dgm:prSet/>
      <dgm:spPr/>
      <dgm:t>
        <a:bodyPr/>
        <a:lstStyle/>
        <a:p>
          <a:endParaRPr lang="en-US"/>
        </a:p>
      </dgm:t>
    </dgm:pt>
    <dgm:pt modelId="{9E7324CD-928F-499D-9965-99C61D07DF41}" type="sibTrans" cxnId="{89727ED8-8762-4950-9DFD-D522B1F1CCEE}">
      <dgm:prSet/>
      <dgm:spPr/>
      <dgm:t>
        <a:bodyPr/>
        <a:lstStyle/>
        <a:p>
          <a:endParaRPr lang="en-US"/>
        </a:p>
      </dgm:t>
    </dgm:pt>
    <dgm:pt modelId="{3D481BA6-DA77-4EA3-9984-4505C08EDD16}">
      <dgm:prSet phldrT="[Text]" phldr="0"/>
      <dgm:spPr>
        <a:solidFill>
          <a:schemeClr val="tx2">
            <a:lumMod val="50000"/>
            <a:lumOff val="50000"/>
          </a:schemeClr>
        </a:solidFill>
      </dgm:spPr>
      <dgm:t>
        <a:bodyPr/>
        <a:lstStyle/>
        <a:p>
          <a:r>
            <a:rPr lang="en-US" dirty="0"/>
            <a:t>Can Rx up to 30d</a:t>
          </a:r>
        </a:p>
        <a:p>
          <a:r>
            <a:rPr lang="en-US" dirty="0"/>
            <a:t>Max dose 20mg or 24mg with addiction consult</a:t>
          </a:r>
        </a:p>
      </dgm:t>
    </dgm:pt>
    <dgm:pt modelId="{8BBCB186-7608-415D-8D8D-F917ECBA2678}" type="parTrans" cxnId="{56DEEB10-D08A-494C-B3A4-6816B8460780}">
      <dgm:prSet/>
      <dgm:spPr/>
      <dgm:t>
        <a:bodyPr/>
        <a:lstStyle/>
        <a:p>
          <a:endParaRPr lang="en-US"/>
        </a:p>
      </dgm:t>
    </dgm:pt>
    <dgm:pt modelId="{AF0072BA-E0AF-4261-8883-0E3FFA127B39}" type="sibTrans" cxnId="{56DEEB10-D08A-494C-B3A4-6816B8460780}">
      <dgm:prSet/>
      <dgm:spPr/>
      <dgm:t>
        <a:bodyPr/>
        <a:lstStyle/>
        <a:p>
          <a:endParaRPr lang="en-US"/>
        </a:p>
      </dgm:t>
    </dgm:pt>
    <dgm:pt modelId="{9E87A288-7048-49AA-B1AC-65C023DF38A1}">
      <dgm:prSet phldrT="[Text]" phldr="0"/>
      <dgm:spPr>
        <a:solidFill>
          <a:schemeClr val="accent6"/>
        </a:solidFill>
      </dgm:spPr>
      <dgm:t>
        <a:bodyPr/>
        <a:lstStyle/>
        <a:p>
          <a:r>
            <a:rPr lang="en-US" dirty="0"/>
            <a:t>Private </a:t>
          </a:r>
        </a:p>
      </dgm:t>
    </dgm:pt>
    <dgm:pt modelId="{CE63FF06-4C1C-45AC-AF0F-D8F06054FCC9}" type="parTrans" cxnId="{0737AD3B-BDC3-4610-87DB-E5E1F46B0971}">
      <dgm:prSet/>
      <dgm:spPr/>
      <dgm:t>
        <a:bodyPr/>
        <a:lstStyle/>
        <a:p>
          <a:endParaRPr lang="en-US"/>
        </a:p>
      </dgm:t>
    </dgm:pt>
    <dgm:pt modelId="{46704122-F0DD-4AEA-8276-AACDC0F4F1E2}" type="sibTrans" cxnId="{0737AD3B-BDC3-4610-87DB-E5E1F46B0971}">
      <dgm:prSet/>
      <dgm:spPr/>
      <dgm:t>
        <a:bodyPr/>
        <a:lstStyle/>
        <a:p>
          <a:endParaRPr lang="en-US"/>
        </a:p>
      </dgm:t>
    </dgm:pt>
    <dgm:pt modelId="{07AC8D8C-5E66-404F-A0B7-86E6A85C3A28}">
      <dgm:prSet phldrT="[Text]" phldr="0"/>
      <dgm:spPr>
        <a:solidFill>
          <a:schemeClr val="tx2">
            <a:lumMod val="50000"/>
            <a:lumOff val="50000"/>
          </a:schemeClr>
        </a:solidFill>
      </dgm:spPr>
      <dgm:t>
        <a:bodyPr/>
        <a:lstStyle/>
        <a:p>
          <a:r>
            <a:rPr lang="en-US" dirty="0"/>
            <a:t>TennCare</a:t>
          </a:r>
        </a:p>
      </dgm:t>
    </dgm:pt>
    <dgm:pt modelId="{0C117025-F369-4BA0-9376-D1A4BCF9D33E}" type="parTrans" cxnId="{FF87C079-B0CB-446C-A09B-75662B0CA14D}">
      <dgm:prSet/>
      <dgm:spPr/>
      <dgm:t>
        <a:bodyPr/>
        <a:lstStyle/>
        <a:p>
          <a:endParaRPr lang="en-US"/>
        </a:p>
      </dgm:t>
    </dgm:pt>
    <dgm:pt modelId="{30977F21-8E46-4A9D-A1CF-629C0E5114B4}" type="sibTrans" cxnId="{FF87C079-B0CB-446C-A09B-75662B0CA14D}">
      <dgm:prSet/>
      <dgm:spPr/>
      <dgm:t>
        <a:bodyPr/>
        <a:lstStyle/>
        <a:p>
          <a:endParaRPr lang="en-US"/>
        </a:p>
      </dgm:t>
    </dgm:pt>
    <dgm:pt modelId="{CEB06581-2B23-44ED-A624-4294A0F39FF4}">
      <dgm:prSet phldrT="[Text]" phldr="0"/>
      <dgm:spPr>
        <a:solidFill>
          <a:schemeClr val="accent6"/>
        </a:solidFill>
      </dgm:spPr>
      <dgm:t>
        <a:bodyPr/>
        <a:lstStyle/>
        <a:p>
          <a:r>
            <a:rPr lang="en-US"/>
            <a:t>MD/DO</a:t>
          </a:r>
          <a:endParaRPr lang="en-US" dirty="0"/>
        </a:p>
      </dgm:t>
    </dgm:pt>
    <dgm:pt modelId="{48CED717-C87F-4964-9745-6B6A29B8AA6B}" type="parTrans" cxnId="{9191FFD5-2AD1-44A2-9981-3F461E77AB0C}">
      <dgm:prSet/>
      <dgm:spPr/>
      <dgm:t>
        <a:bodyPr/>
        <a:lstStyle/>
        <a:p>
          <a:endParaRPr lang="en-US"/>
        </a:p>
      </dgm:t>
    </dgm:pt>
    <dgm:pt modelId="{08328A37-5777-4E0E-BC8A-F5DC22940366}" type="sibTrans" cxnId="{9191FFD5-2AD1-44A2-9981-3F461E77AB0C}">
      <dgm:prSet/>
      <dgm:spPr/>
      <dgm:t>
        <a:bodyPr/>
        <a:lstStyle/>
        <a:p>
          <a:endParaRPr lang="en-US"/>
        </a:p>
      </dgm:t>
    </dgm:pt>
    <dgm:pt modelId="{857668F1-BE9A-479A-A921-C8687AD13013}">
      <dgm:prSet phldrT="[Text]" phldr="0"/>
      <dgm:spPr>
        <a:solidFill>
          <a:schemeClr val="accent6"/>
        </a:solidFill>
      </dgm:spPr>
      <dgm:t>
        <a:bodyPr/>
        <a:lstStyle/>
        <a:p>
          <a:r>
            <a:rPr lang="en-US" dirty="0"/>
            <a:t>Can Rx up to 30d</a:t>
          </a:r>
        </a:p>
        <a:p>
          <a:r>
            <a:rPr lang="en-US" dirty="0"/>
            <a:t>Max dose 20mg or 24mg with addiction consult</a:t>
          </a:r>
        </a:p>
      </dgm:t>
    </dgm:pt>
    <dgm:pt modelId="{9D015D09-9B9C-40E6-A4EB-7CAB955FEBD0}" type="parTrans" cxnId="{90B340FF-4573-4B66-A679-FDEEDE886E9D}">
      <dgm:prSet/>
      <dgm:spPr/>
      <dgm:t>
        <a:bodyPr/>
        <a:lstStyle/>
        <a:p>
          <a:endParaRPr lang="en-US"/>
        </a:p>
      </dgm:t>
    </dgm:pt>
    <dgm:pt modelId="{36326ADD-712B-41D8-A4DB-B6996B691E31}" type="sibTrans" cxnId="{90B340FF-4573-4B66-A679-FDEEDE886E9D}">
      <dgm:prSet/>
      <dgm:spPr/>
      <dgm:t>
        <a:bodyPr/>
        <a:lstStyle/>
        <a:p>
          <a:endParaRPr lang="en-US"/>
        </a:p>
      </dgm:t>
    </dgm:pt>
    <dgm:pt modelId="{70FBA1AB-7DD9-4437-AEA1-D9B59B3BEBBF}">
      <dgm:prSet phldrT="[Text]" phldr="0"/>
      <dgm:spPr>
        <a:solidFill>
          <a:schemeClr val="accent6"/>
        </a:solidFill>
      </dgm:spPr>
      <dgm:t>
        <a:bodyPr/>
        <a:lstStyle/>
        <a:p>
          <a:r>
            <a:rPr lang="en-US" dirty="0"/>
            <a:t>NP/PA</a:t>
          </a:r>
        </a:p>
        <a:p>
          <a:r>
            <a:rPr lang="en-US" dirty="0"/>
            <a:t>(must work at FQHC, CMHC, OBOT, or Hospital)</a:t>
          </a:r>
        </a:p>
      </dgm:t>
    </dgm:pt>
    <dgm:pt modelId="{6692D70A-45FE-40C7-B663-9C5B14FAEFA7}" type="parTrans" cxnId="{DBA049C2-8BE3-4644-8CD3-1D842A05C553}">
      <dgm:prSet/>
      <dgm:spPr/>
      <dgm:t>
        <a:bodyPr/>
        <a:lstStyle/>
        <a:p>
          <a:endParaRPr lang="en-US"/>
        </a:p>
      </dgm:t>
    </dgm:pt>
    <dgm:pt modelId="{6D3D7445-D564-44A9-BE7B-49EAEE0C7686}" type="sibTrans" cxnId="{DBA049C2-8BE3-4644-8CD3-1D842A05C553}">
      <dgm:prSet/>
      <dgm:spPr/>
      <dgm:t>
        <a:bodyPr/>
        <a:lstStyle/>
        <a:p>
          <a:endParaRPr lang="en-US"/>
        </a:p>
      </dgm:t>
    </dgm:pt>
    <dgm:pt modelId="{41DF2742-0DAD-43F7-9F53-EAC0E12BC4C8}">
      <dgm:prSet phldrT="[Text]" phldr="0"/>
      <dgm:spPr>
        <a:solidFill>
          <a:schemeClr val="accent6"/>
        </a:solidFill>
      </dgm:spPr>
      <dgm:t>
        <a:bodyPr/>
        <a:lstStyle/>
        <a:p>
          <a:r>
            <a:rPr lang="en-US" dirty="0"/>
            <a:t>Can Rx up to 30d</a:t>
          </a:r>
        </a:p>
        <a:p>
          <a:r>
            <a:rPr lang="en-US" dirty="0"/>
            <a:t>Max dose 16mg</a:t>
          </a:r>
        </a:p>
      </dgm:t>
    </dgm:pt>
    <dgm:pt modelId="{78CDB895-1633-4816-AF18-7060C6BC6EB7}" type="parTrans" cxnId="{D9891316-D787-40CD-8A7A-78969D62AC0A}">
      <dgm:prSet/>
      <dgm:spPr/>
      <dgm:t>
        <a:bodyPr/>
        <a:lstStyle/>
        <a:p>
          <a:endParaRPr lang="en-US"/>
        </a:p>
      </dgm:t>
    </dgm:pt>
    <dgm:pt modelId="{DC1D4A8F-26B6-449B-89C6-D62DE0D8CCB3}" type="sibTrans" cxnId="{D9891316-D787-40CD-8A7A-78969D62AC0A}">
      <dgm:prSet/>
      <dgm:spPr/>
      <dgm:t>
        <a:bodyPr/>
        <a:lstStyle/>
        <a:p>
          <a:endParaRPr lang="en-US"/>
        </a:p>
      </dgm:t>
    </dgm:pt>
    <dgm:pt modelId="{5CE59ED6-5E6B-4E2C-BC82-A9269DE1C1F8}">
      <dgm:prSet phldrT="[Text]" phldr="0"/>
      <dgm:spPr>
        <a:solidFill>
          <a:schemeClr val="bg1">
            <a:lumMod val="50000"/>
          </a:schemeClr>
        </a:solidFill>
      </dgm:spPr>
      <dgm:t>
        <a:bodyPr/>
        <a:lstStyle/>
        <a:p>
          <a:r>
            <a:rPr lang="en-US" dirty="0"/>
            <a:t>Non-BESMART Provider</a:t>
          </a:r>
        </a:p>
      </dgm:t>
    </dgm:pt>
    <dgm:pt modelId="{F3A67FFE-4AE6-4409-9674-780AC44074FF}" type="parTrans" cxnId="{E562D460-81CE-4C2D-8760-C50AA88A7D6A}">
      <dgm:prSet/>
      <dgm:spPr/>
      <dgm:t>
        <a:bodyPr/>
        <a:lstStyle/>
        <a:p>
          <a:endParaRPr lang="en-US"/>
        </a:p>
      </dgm:t>
    </dgm:pt>
    <dgm:pt modelId="{78B369F8-DCB9-436E-8900-AB01AAAFDB53}" type="sibTrans" cxnId="{E562D460-81CE-4C2D-8760-C50AA88A7D6A}">
      <dgm:prSet/>
      <dgm:spPr/>
      <dgm:t>
        <a:bodyPr/>
        <a:lstStyle/>
        <a:p>
          <a:endParaRPr lang="en-US"/>
        </a:p>
      </dgm:t>
    </dgm:pt>
    <dgm:pt modelId="{79134663-344C-4C25-B677-0BE348AD1AA2}">
      <dgm:prSet phldrT="[Text]" phldr="0"/>
      <dgm:spPr>
        <a:solidFill>
          <a:schemeClr val="tx2">
            <a:lumMod val="50000"/>
            <a:lumOff val="50000"/>
          </a:schemeClr>
        </a:solidFill>
      </dgm:spPr>
      <dgm:t>
        <a:bodyPr/>
        <a:lstStyle/>
        <a:p>
          <a:r>
            <a:rPr lang="en-US" dirty="0"/>
            <a:t>BESMART Enrolled Prescriber</a:t>
          </a:r>
        </a:p>
      </dgm:t>
    </dgm:pt>
    <dgm:pt modelId="{0E8341A9-0A1C-4158-A85B-43E9B461B0F6}" type="parTrans" cxnId="{8A736F56-AB54-4594-A9A4-2841A3B1B7FB}">
      <dgm:prSet/>
      <dgm:spPr/>
      <dgm:t>
        <a:bodyPr/>
        <a:lstStyle/>
        <a:p>
          <a:endParaRPr lang="en-US"/>
        </a:p>
      </dgm:t>
    </dgm:pt>
    <dgm:pt modelId="{E348CE68-FEF5-409E-B536-14B67FD562B7}" type="sibTrans" cxnId="{8A736F56-AB54-4594-A9A4-2841A3B1B7FB}">
      <dgm:prSet/>
      <dgm:spPr/>
      <dgm:t>
        <a:bodyPr/>
        <a:lstStyle/>
        <a:p>
          <a:endParaRPr lang="en-US"/>
        </a:p>
      </dgm:t>
    </dgm:pt>
    <dgm:pt modelId="{0B03F317-2713-4954-B9F8-5A23A43A9903}">
      <dgm:prSet phldrT="[Text]" phldr="0"/>
      <dgm:spPr>
        <a:solidFill>
          <a:schemeClr val="bg1">
            <a:lumMod val="50000"/>
          </a:schemeClr>
        </a:solidFill>
      </dgm:spPr>
      <dgm:t>
        <a:bodyPr/>
        <a:lstStyle/>
        <a:p>
          <a:r>
            <a:rPr lang="en-US" dirty="0"/>
            <a:t>Prior Authorization Required</a:t>
          </a:r>
        </a:p>
      </dgm:t>
    </dgm:pt>
    <dgm:pt modelId="{AAD39A65-8A15-4CE1-9D02-E337C27B0365}" type="parTrans" cxnId="{7420E442-D441-4109-8036-070D4B468E46}">
      <dgm:prSet/>
      <dgm:spPr/>
      <dgm:t>
        <a:bodyPr/>
        <a:lstStyle/>
        <a:p>
          <a:endParaRPr lang="en-US"/>
        </a:p>
      </dgm:t>
    </dgm:pt>
    <dgm:pt modelId="{BDE1A1BE-53DE-4D7F-899E-396266EE9A53}" type="sibTrans" cxnId="{7420E442-D441-4109-8036-070D4B468E46}">
      <dgm:prSet/>
      <dgm:spPr/>
      <dgm:t>
        <a:bodyPr/>
        <a:lstStyle/>
        <a:p>
          <a:endParaRPr lang="en-US"/>
        </a:p>
      </dgm:t>
    </dgm:pt>
    <dgm:pt modelId="{C42D3E67-75D0-4BC7-B338-8C0CB2303E81}">
      <dgm:prSet phldrT="[Text]" phldr="0"/>
      <dgm:spPr>
        <a:solidFill>
          <a:schemeClr val="tx2">
            <a:lumMod val="50000"/>
            <a:lumOff val="50000"/>
          </a:schemeClr>
        </a:solidFill>
        <a:ln w="57150">
          <a:solidFill>
            <a:srgbClr val="FF0000"/>
          </a:solidFill>
        </a:ln>
      </dgm:spPr>
      <dgm:t>
        <a:bodyPr/>
        <a:lstStyle/>
        <a:p>
          <a:r>
            <a:rPr lang="en-US" dirty="0"/>
            <a:t>No Prior Authorization Required</a:t>
          </a:r>
        </a:p>
      </dgm:t>
    </dgm:pt>
    <dgm:pt modelId="{87A9E064-6EB4-4181-A807-692A8437B456}" type="parTrans" cxnId="{33267C52-CB5D-4068-B9F1-0BEA3446519A}">
      <dgm:prSet/>
      <dgm:spPr/>
      <dgm:t>
        <a:bodyPr/>
        <a:lstStyle/>
        <a:p>
          <a:endParaRPr lang="en-US"/>
        </a:p>
      </dgm:t>
    </dgm:pt>
    <dgm:pt modelId="{B042CDFA-4AE1-493D-A476-80E1D68E5BE2}" type="sibTrans" cxnId="{33267C52-CB5D-4068-B9F1-0BEA3446519A}">
      <dgm:prSet/>
      <dgm:spPr/>
      <dgm:t>
        <a:bodyPr/>
        <a:lstStyle/>
        <a:p>
          <a:endParaRPr lang="en-US"/>
        </a:p>
      </dgm:t>
    </dgm:pt>
    <dgm:pt modelId="{99B79406-419A-44CC-BFBD-DE21F1664C74}">
      <dgm:prSet phldrT="[Text]" phldr="0"/>
      <dgm:spPr>
        <a:solidFill>
          <a:schemeClr val="bg1">
            <a:lumMod val="50000"/>
          </a:schemeClr>
        </a:solidFill>
      </dgm:spPr>
      <dgm:t>
        <a:bodyPr/>
        <a:lstStyle/>
        <a:p>
          <a:r>
            <a:rPr lang="en-US"/>
            <a:t>Limit to 16mg</a:t>
          </a:r>
          <a:endParaRPr lang="en-US" dirty="0"/>
        </a:p>
      </dgm:t>
    </dgm:pt>
    <dgm:pt modelId="{A1BFB339-FDF2-4EB7-9141-924D56D0C4EC}" type="parTrans" cxnId="{F772A857-3568-4B9E-9B19-122B4195E40E}">
      <dgm:prSet/>
      <dgm:spPr/>
      <dgm:t>
        <a:bodyPr/>
        <a:lstStyle/>
        <a:p>
          <a:endParaRPr lang="en-US"/>
        </a:p>
      </dgm:t>
    </dgm:pt>
    <dgm:pt modelId="{959CB8F5-7C37-46F0-B0B2-AA147EC97942}" type="sibTrans" cxnId="{F772A857-3568-4B9E-9B19-122B4195E40E}">
      <dgm:prSet/>
      <dgm:spPr/>
      <dgm:t>
        <a:bodyPr/>
        <a:lstStyle/>
        <a:p>
          <a:endParaRPr lang="en-US"/>
        </a:p>
      </dgm:t>
    </dgm:pt>
    <dgm:pt modelId="{8CDEC973-2D2A-4710-81E2-1B2D950FC6AF}" type="pres">
      <dgm:prSet presAssocID="{BAB7E1F6-2856-4D14-803B-6CDB26E7996B}" presName="diagram" presStyleCnt="0">
        <dgm:presLayoutVars>
          <dgm:chPref val="1"/>
          <dgm:dir/>
          <dgm:animOne val="branch"/>
          <dgm:animLvl val="lvl"/>
          <dgm:resizeHandles val="exact"/>
        </dgm:presLayoutVars>
      </dgm:prSet>
      <dgm:spPr/>
    </dgm:pt>
    <dgm:pt modelId="{9450AE1F-ECDA-4911-9CDA-52E4743EA1D2}" type="pres">
      <dgm:prSet presAssocID="{7854D6E9-FEB5-489E-80A9-AACBB150D351}" presName="root1" presStyleCnt="0"/>
      <dgm:spPr/>
    </dgm:pt>
    <dgm:pt modelId="{CF6811E3-3335-4FA9-8D2C-BA2F0EB0BED2}" type="pres">
      <dgm:prSet presAssocID="{7854D6E9-FEB5-489E-80A9-AACBB150D351}" presName="LevelOneTextNode" presStyleLbl="node0" presStyleIdx="0" presStyleCnt="1" custLinFactY="2149" custLinFactNeighborX="4704" custLinFactNeighborY="100000">
        <dgm:presLayoutVars>
          <dgm:chPref val="3"/>
        </dgm:presLayoutVars>
      </dgm:prSet>
      <dgm:spPr/>
    </dgm:pt>
    <dgm:pt modelId="{C69D656E-AF01-4E3A-8915-D33178A4EE5D}" type="pres">
      <dgm:prSet presAssocID="{7854D6E9-FEB5-489E-80A9-AACBB150D351}" presName="level2hierChild" presStyleCnt="0"/>
      <dgm:spPr/>
    </dgm:pt>
    <dgm:pt modelId="{B3187DC3-9ABF-480D-A881-B634E1E8DEB3}" type="pres">
      <dgm:prSet presAssocID="{1F00C3B6-0D2D-45F6-A36B-5DD9C5D9B38F}" presName="conn2-1" presStyleLbl="parChTrans1D2" presStyleIdx="0" presStyleCnt="2"/>
      <dgm:spPr/>
    </dgm:pt>
    <dgm:pt modelId="{F980699E-C2B3-40EF-BE60-5A731A474F2A}" type="pres">
      <dgm:prSet presAssocID="{1F00C3B6-0D2D-45F6-A36B-5DD9C5D9B38F}" presName="connTx" presStyleLbl="parChTrans1D2" presStyleIdx="0" presStyleCnt="2"/>
      <dgm:spPr/>
    </dgm:pt>
    <dgm:pt modelId="{47FDABFC-819E-40FC-9C10-0594684F09CA}" type="pres">
      <dgm:prSet presAssocID="{00E2E382-A27D-4BD2-B035-B89488A14E41}" presName="root2" presStyleCnt="0"/>
      <dgm:spPr/>
    </dgm:pt>
    <dgm:pt modelId="{F9F406CE-C358-42D4-8F61-A0F08DE3E4C0}" type="pres">
      <dgm:prSet presAssocID="{00E2E382-A27D-4BD2-B035-B89488A14E41}" presName="LevelTwoTextNode" presStyleLbl="node2" presStyleIdx="0" presStyleCnt="2" custLinFactNeighborX="672" custLinFactNeighborY="-4032">
        <dgm:presLayoutVars>
          <dgm:chPref val="3"/>
        </dgm:presLayoutVars>
      </dgm:prSet>
      <dgm:spPr/>
    </dgm:pt>
    <dgm:pt modelId="{74574048-B95F-4DD7-94F8-39938341A06A}" type="pres">
      <dgm:prSet presAssocID="{00E2E382-A27D-4BD2-B035-B89488A14E41}" presName="level3hierChild" presStyleCnt="0"/>
      <dgm:spPr/>
    </dgm:pt>
    <dgm:pt modelId="{E0B40188-6209-4C42-8E38-3776E8AB96D1}" type="pres">
      <dgm:prSet presAssocID="{CE63FF06-4C1C-45AC-AF0F-D8F06054FCC9}" presName="conn2-1" presStyleLbl="parChTrans1D3" presStyleIdx="0" presStyleCnt="3"/>
      <dgm:spPr/>
    </dgm:pt>
    <dgm:pt modelId="{23FEFA73-C3F6-403B-94FD-0852EA410818}" type="pres">
      <dgm:prSet presAssocID="{CE63FF06-4C1C-45AC-AF0F-D8F06054FCC9}" presName="connTx" presStyleLbl="parChTrans1D3" presStyleIdx="0" presStyleCnt="3"/>
      <dgm:spPr/>
    </dgm:pt>
    <dgm:pt modelId="{374EC80C-9603-4925-A74A-246D6778858A}" type="pres">
      <dgm:prSet presAssocID="{9E87A288-7048-49AA-B1AC-65C023DF38A1}" presName="root2" presStyleCnt="0"/>
      <dgm:spPr/>
    </dgm:pt>
    <dgm:pt modelId="{593EF8A3-0F94-4D6F-8A51-849A842232FC}" type="pres">
      <dgm:prSet presAssocID="{9E87A288-7048-49AA-B1AC-65C023DF38A1}" presName="LevelTwoTextNode" presStyleLbl="node3" presStyleIdx="0" presStyleCnt="3">
        <dgm:presLayoutVars>
          <dgm:chPref val="3"/>
        </dgm:presLayoutVars>
      </dgm:prSet>
      <dgm:spPr/>
    </dgm:pt>
    <dgm:pt modelId="{85FA4989-18BD-4418-B2F4-1CAD48234D77}" type="pres">
      <dgm:prSet presAssocID="{9E87A288-7048-49AA-B1AC-65C023DF38A1}" presName="level3hierChild" presStyleCnt="0"/>
      <dgm:spPr/>
    </dgm:pt>
    <dgm:pt modelId="{7A7318A4-77B7-46F3-898E-F496F9FB2633}" type="pres">
      <dgm:prSet presAssocID="{48CED717-C87F-4964-9745-6B6A29B8AA6B}" presName="conn2-1" presStyleLbl="parChTrans1D4" presStyleIdx="0" presStyleCnt="13"/>
      <dgm:spPr/>
    </dgm:pt>
    <dgm:pt modelId="{D5E05725-BF1D-420A-A0BA-154D05581C65}" type="pres">
      <dgm:prSet presAssocID="{48CED717-C87F-4964-9745-6B6A29B8AA6B}" presName="connTx" presStyleLbl="parChTrans1D4" presStyleIdx="0" presStyleCnt="13"/>
      <dgm:spPr/>
    </dgm:pt>
    <dgm:pt modelId="{C59A599A-DC7E-4409-BB10-3D3A60BDD822}" type="pres">
      <dgm:prSet presAssocID="{CEB06581-2B23-44ED-A624-4294A0F39FF4}" presName="root2" presStyleCnt="0"/>
      <dgm:spPr/>
    </dgm:pt>
    <dgm:pt modelId="{0E94648C-B795-4609-B3AE-3F2D963BE479}" type="pres">
      <dgm:prSet presAssocID="{CEB06581-2B23-44ED-A624-4294A0F39FF4}" presName="LevelTwoTextNode" presStyleLbl="node4" presStyleIdx="0" presStyleCnt="13">
        <dgm:presLayoutVars>
          <dgm:chPref val="3"/>
        </dgm:presLayoutVars>
      </dgm:prSet>
      <dgm:spPr/>
    </dgm:pt>
    <dgm:pt modelId="{5A2E1FC7-2320-4016-9212-CD2D9B74088F}" type="pres">
      <dgm:prSet presAssocID="{CEB06581-2B23-44ED-A624-4294A0F39FF4}" presName="level3hierChild" presStyleCnt="0"/>
      <dgm:spPr/>
    </dgm:pt>
    <dgm:pt modelId="{19C28CAE-1347-4A4E-AAA5-8195DAC4C393}" type="pres">
      <dgm:prSet presAssocID="{9D015D09-9B9C-40E6-A4EB-7CAB955FEBD0}" presName="conn2-1" presStyleLbl="parChTrans1D4" presStyleIdx="1" presStyleCnt="13"/>
      <dgm:spPr/>
    </dgm:pt>
    <dgm:pt modelId="{8A6956E7-C700-48AE-BD2C-85D5529650C2}" type="pres">
      <dgm:prSet presAssocID="{9D015D09-9B9C-40E6-A4EB-7CAB955FEBD0}" presName="connTx" presStyleLbl="parChTrans1D4" presStyleIdx="1" presStyleCnt="13"/>
      <dgm:spPr/>
    </dgm:pt>
    <dgm:pt modelId="{DFE8A9F8-5F48-4657-A334-55C90D5C53F0}" type="pres">
      <dgm:prSet presAssocID="{857668F1-BE9A-479A-A921-C8687AD13013}" presName="root2" presStyleCnt="0"/>
      <dgm:spPr/>
    </dgm:pt>
    <dgm:pt modelId="{07D8A845-9187-4279-9397-EE61C6ECFADE}" type="pres">
      <dgm:prSet presAssocID="{857668F1-BE9A-479A-A921-C8687AD13013}" presName="LevelTwoTextNode" presStyleLbl="node4" presStyleIdx="1" presStyleCnt="13">
        <dgm:presLayoutVars>
          <dgm:chPref val="3"/>
        </dgm:presLayoutVars>
      </dgm:prSet>
      <dgm:spPr/>
    </dgm:pt>
    <dgm:pt modelId="{B3B1B5CE-D732-4BF5-B1E4-EE695EB9F1B8}" type="pres">
      <dgm:prSet presAssocID="{857668F1-BE9A-479A-A921-C8687AD13013}" presName="level3hierChild" presStyleCnt="0"/>
      <dgm:spPr/>
    </dgm:pt>
    <dgm:pt modelId="{9576C888-DC79-427F-BF41-8A41B40AD27B}" type="pres">
      <dgm:prSet presAssocID="{6692D70A-45FE-40C7-B663-9C5B14FAEFA7}" presName="conn2-1" presStyleLbl="parChTrans1D4" presStyleIdx="2" presStyleCnt="13"/>
      <dgm:spPr/>
    </dgm:pt>
    <dgm:pt modelId="{ED12D8BC-61D7-440F-B832-0AF931063266}" type="pres">
      <dgm:prSet presAssocID="{6692D70A-45FE-40C7-B663-9C5B14FAEFA7}" presName="connTx" presStyleLbl="parChTrans1D4" presStyleIdx="2" presStyleCnt="13"/>
      <dgm:spPr/>
    </dgm:pt>
    <dgm:pt modelId="{7E24396B-8331-4912-8A81-BC382084E3F6}" type="pres">
      <dgm:prSet presAssocID="{70FBA1AB-7DD9-4437-AEA1-D9B59B3BEBBF}" presName="root2" presStyleCnt="0"/>
      <dgm:spPr/>
    </dgm:pt>
    <dgm:pt modelId="{6884670F-3DA4-4B3C-A147-BCB692E93F8F}" type="pres">
      <dgm:prSet presAssocID="{70FBA1AB-7DD9-4437-AEA1-D9B59B3BEBBF}" presName="LevelTwoTextNode" presStyleLbl="node4" presStyleIdx="2" presStyleCnt="13">
        <dgm:presLayoutVars>
          <dgm:chPref val="3"/>
        </dgm:presLayoutVars>
      </dgm:prSet>
      <dgm:spPr/>
    </dgm:pt>
    <dgm:pt modelId="{EFA2DCAE-6C6B-40A4-9438-157990368B16}" type="pres">
      <dgm:prSet presAssocID="{70FBA1AB-7DD9-4437-AEA1-D9B59B3BEBBF}" presName="level3hierChild" presStyleCnt="0"/>
      <dgm:spPr/>
    </dgm:pt>
    <dgm:pt modelId="{FE2C72FB-5D00-402C-A68A-FEE19047E55B}" type="pres">
      <dgm:prSet presAssocID="{78CDB895-1633-4816-AF18-7060C6BC6EB7}" presName="conn2-1" presStyleLbl="parChTrans1D4" presStyleIdx="3" presStyleCnt="13"/>
      <dgm:spPr/>
    </dgm:pt>
    <dgm:pt modelId="{582738DE-5C35-4F94-942F-6EAE4C32135B}" type="pres">
      <dgm:prSet presAssocID="{78CDB895-1633-4816-AF18-7060C6BC6EB7}" presName="connTx" presStyleLbl="parChTrans1D4" presStyleIdx="3" presStyleCnt="13"/>
      <dgm:spPr/>
    </dgm:pt>
    <dgm:pt modelId="{63CEB235-FBE6-45C6-BA6C-63BBE509DE84}" type="pres">
      <dgm:prSet presAssocID="{41DF2742-0DAD-43F7-9F53-EAC0E12BC4C8}" presName="root2" presStyleCnt="0"/>
      <dgm:spPr/>
    </dgm:pt>
    <dgm:pt modelId="{513B4FEE-5CE6-43E7-B7BF-50EA94EDAFD7}" type="pres">
      <dgm:prSet presAssocID="{41DF2742-0DAD-43F7-9F53-EAC0E12BC4C8}" presName="LevelTwoTextNode" presStyleLbl="node4" presStyleIdx="3" presStyleCnt="13">
        <dgm:presLayoutVars>
          <dgm:chPref val="3"/>
        </dgm:presLayoutVars>
      </dgm:prSet>
      <dgm:spPr/>
    </dgm:pt>
    <dgm:pt modelId="{D2DA03B0-4D9B-4F76-A11B-74B5C2FAC75A}" type="pres">
      <dgm:prSet presAssocID="{41DF2742-0DAD-43F7-9F53-EAC0E12BC4C8}" presName="level3hierChild" presStyleCnt="0"/>
      <dgm:spPr/>
    </dgm:pt>
    <dgm:pt modelId="{8ABF3D82-3397-4489-BB25-5194889E780E}" type="pres">
      <dgm:prSet presAssocID="{0C117025-F369-4BA0-9376-D1A4BCF9D33E}" presName="conn2-1" presStyleLbl="parChTrans1D3" presStyleIdx="1" presStyleCnt="3"/>
      <dgm:spPr/>
    </dgm:pt>
    <dgm:pt modelId="{246E3F1C-A38D-4C0C-9990-37CCD7AE7AB3}" type="pres">
      <dgm:prSet presAssocID="{0C117025-F369-4BA0-9376-D1A4BCF9D33E}" presName="connTx" presStyleLbl="parChTrans1D3" presStyleIdx="1" presStyleCnt="3"/>
      <dgm:spPr/>
    </dgm:pt>
    <dgm:pt modelId="{ED7A025A-D230-48BE-B56C-CFD00DA7065E}" type="pres">
      <dgm:prSet presAssocID="{07AC8D8C-5E66-404F-A0B7-86E6A85C3A28}" presName="root2" presStyleCnt="0"/>
      <dgm:spPr/>
    </dgm:pt>
    <dgm:pt modelId="{0C05D3CA-B76F-4701-A46D-EB1C6EFEC1C9}" type="pres">
      <dgm:prSet presAssocID="{07AC8D8C-5E66-404F-A0B7-86E6A85C3A28}" presName="LevelTwoTextNode" presStyleLbl="node3" presStyleIdx="1" presStyleCnt="3">
        <dgm:presLayoutVars>
          <dgm:chPref val="3"/>
        </dgm:presLayoutVars>
      </dgm:prSet>
      <dgm:spPr/>
    </dgm:pt>
    <dgm:pt modelId="{8D9F8AD7-6FC1-4822-9895-A19B2E532935}" type="pres">
      <dgm:prSet presAssocID="{07AC8D8C-5E66-404F-A0B7-86E6A85C3A28}" presName="level3hierChild" presStyleCnt="0"/>
      <dgm:spPr/>
    </dgm:pt>
    <dgm:pt modelId="{F1D324D6-6CA8-4A70-8521-475C6AA38298}" type="pres">
      <dgm:prSet presAssocID="{F3A67FFE-4AE6-4409-9674-780AC44074FF}" presName="conn2-1" presStyleLbl="parChTrans1D4" presStyleIdx="4" presStyleCnt="13"/>
      <dgm:spPr/>
    </dgm:pt>
    <dgm:pt modelId="{7249BE79-FB04-47DC-824C-1AA0AE1BBCC3}" type="pres">
      <dgm:prSet presAssocID="{F3A67FFE-4AE6-4409-9674-780AC44074FF}" presName="connTx" presStyleLbl="parChTrans1D4" presStyleIdx="4" presStyleCnt="13"/>
      <dgm:spPr/>
    </dgm:pt>
    <dgm:pt modelId="{0067AED6-C1A1-4E2A-A91B-D09167E01F5C}" type="pres">
      <dgm:prSet presAssocID="{5CE59ED6-5E6B-4E2C-BC82-A9269DE1C1F8}" presName="root2" presStyleCnt="0"/>
      <dgm:spPr/>
    </dgm:pt>
    <dgm:pt modelId="{936E6CB8-9CC8-4979-8C33-AC19CB714A9A}" type="pres">
      <dgm:prSet presAssocID="{5CE59ED6-5E6B-4E2C-BC82-A9269DE1C1F8}" presName="LevelTwoTextNode" presStyleLbl="node4" presStyleIdx="4" presStyleCnt="13">
        <dgm:presLayoutVars>
          <dgm:chPref val="3"/>
        </dgm:presLayoutVars>
      </dgm:prSet>
      <dgm:spPr/>
    </dgm:pt>
    <dgm:pt modelId="{F2704B0E-C36A-4A13-B9C8-77232CD5931F}" type="pres">
      <dgm:prSet presAssocID="{5CE59ED6-5E6B-4E2C-BC82-A9269DE1C1F8}" presName="level3hierChild" presStyleCnt="0"/>
      <dgm:spPr/>
    </dgm:pt>
    <dgm:pt modelId="{F3CCB4A5-C936-4EC9-A460-CC132BBC600D}" type="pres">
      <dgm:prSet presAssocID="{AAD39A65-8A15-4CE1-9D02-E337C27B0365}" presName="conn2-1" presStyleLbl="parChTrans1D4" presStyleIdx="5" presStyleCnt="13"/>
      <dgm:spPr/>
    </dgm:pt>
    <dgm:pt modelId="{BE20FADA-7AD5-474E-A4C4-646583C6D348}" type="pres">
      <dgm:prSet presAssocID="{AAD39A65-8A15-4CE1-9D02-E337C27B0365}" presName="connTx" presStyleLbl="parChTrans1D4" presStyleIdx="5" presStyleCnt="13"/>
      <dgm:spPr/>
    </dgm:pt>
    <dgm:pt modelId="{E25B97E6-D6E8-4543-942A-F26BF3D7A16F}" type="pres">
      <dgm:prSet presAssocID="{0B03F317-2713-4954-B9F8-5A23A43A9903}" presName="root2" presStyleCnt="0"/>
      <dgm:spPr/>
    </dgm:pt>
    <dgm:pt modelId="{49132279-F20E-42DC-88D2-9A8D91AED191}" type="pres">
      <dgm:prSet presAssocID="{0B03F317-2713-4954-B9F8-5A23A43A9903}" presName="LevelTwoTextNode" presStyleLbl="node4" presStyleIdx="5" presStyleCnt="13">
        <dgm:presLayoutVars>
          <dgm:chPref val="3"/>
        </dgm:presLayoutVars>
      </dgm:prSet>
      <dgm:spPr/>
    </dgm:pt>
    <dgm:pt modelId="{3383855C-DB2B-4075-8190-BC18B37C8767}" type="pres">
      <dgm:prSet presAssocID="{0B03F317-2713-4954-B9F8-5A23A43A9903}" presName="level3hierChild" presStyleCnt="0"/>
      <dgm:spPr/>
    </dgm:pt>
    <dgm:pt modelId="{52875841-0556-42D1-9560-F164B9DCFABA}" type="pres">
      <dgm:prSet presAssocID="{A1BFB339-FDF2-4EB7-9141-924D56D0C4EC}" presName="conn2-1" presStyleLbl="parChTrans1D4" presStyleIdx="6" presStyleCnt="13"/>
      <dgm:spPr/>
    </dgm:pt>
    <dgm:pt modelId="{D7C64326-73AD-47A7-93CA-22F40E9916F1}" type="pres">
      <dgm:prSet presAssocID="{A1BFB339-FDF2-4EB7-9141-924D56D0C4EC}" presName="connTx" presStyleLbl="parChTrans1D4" presStyleIdx="6" presStyleCnt="13"/>
      <dgm:spPr/>
    </dgm:pt>
    <dgm:pt modelId="{F3117843-9FE3-4E3B-858A-61271954B8D3}" type="pres">
      <dgm:prSet presAssocID="{99B79406-419A-44CC-BFBD-DE21F1664C74}" presName="root2" presStyleCnt="0"/>
      <dgm:spPr/>
    </dgm:pt>
    <dgm:pt modelId="{0ACA3F0E-98DB-483C-9996-77681279D7AA}" type="pres">
      <dgm:prSet presAssocID="{99B79406-419A-44CC-BFBD-DE21F1664C74}" presName="LevelTwoTextNode" presStyleLbl="node4" presStyleIdx="6" presStyleCnt="13">
        <dgm:presLayoutVars>
          <dgm:chPref val="3"/>
        </dgm:presLayoutVars>
      </dgm:prSet>
      <dgm:spPr/>
    </dgm:pt>
    <dgm:pt modelId="{8A318C66-FB43-47A1-BE44-BA4A165B3C81}" type="pres">
      <dgm:prSet presAssocID="{99B79406-419A-44CC-BFBD-DE21F1664C74}" presName="level3hierChild" presStyleCnt="0"/>
      <dgm:spPr/>
    </dgm:pt>
    <dgm:pt modelId="{68071844-E30D-448E-8BBD-858A588984C5}" type="pres">
      <dgm:prSet presAssocID="{0E8341A9-0A1C-4158-A85B-43E9B461B0F6}" presName="conn2-1" presStyleLbl="parChTrans1D4" presStyleIdx="7" presStyleCnt="13"/>
      <dgm:spPr/>
    </dgm:pt>
    <dgm:pt modelId="{582548B8-1C6C-49E7-A635-97FDC65316AF}" type="pres">
      <dgm:prSet presAssocID="{0E8341A9-0A1C-4158-A85B-43E9B461B0F6}" presName="connTx" presStyleLbl="parChTrans1D4" presStyleIdx="7" presStyleCnt="13"/>
      <dgm:spPr/>
    </dgm:pt>
    <dgm:pt modelId="{E3D162FD-2AF7-4154-90B4-CC5870D4D3E4}" type="pres">
      <dgm:prSet presAssocID="{79134663-344C-4C25-B677-0BE348AD1AA2}" presName="root2" presStyleCnt="0"/>
      <dgm:spPr/>
    </dgm:pt>
    <dgm:pt modelId="{7C74654D-FE7B-484F-BD3E-2C6C1C17CCF8}" type="pres">
      <dgm:prSet presAssocID="{79134663-344C-4C25-B677-0BE348AD1AA2}" presName="LevelTwoTextNode" presStyleLbl="node4" presStyleIdx="7" presStyleCnt="13">
        <dgm:presLayoutVars>
          <dgm:chPref val="3"/>
        </dgm:presLayoutVars>
      </dgm:prSet>
      <dgm:spPr/>
    </dgm:pt>
    <dgm:pt modelId="{3A41903E-1EB5-4659-8C98-02941F773EB5}" type="pres">
      <dgm:prSet presAssocID="{79134663-344C-4C25-B677-0BE348AD1AA2}" presName="level3hierChild" presStyleCnt="0"/>
      <dgm:spPr/>
    </dgm:pt>
    <dgm:pt modelId="{E8F0F10D-3291-4F5A-ADF3-007593BB0479}" type="pres">
      <dgm:prSet presAssocID="{87A9E064-6EB4-4181-A807-692A8437B456}" presName="conn2-1" presStyleLbl="parChTrans1D4" presStyleIdx="8" presStyleCnt="13"/>
      <dgm:spPr/>
    </dgm:pt>
    <dgm:pt modelId="{FC3C9E46-7F62-4766-833C-6544E31CC93A}" type="pres">
      <dgm:prSet presAssocID="{87A9E064-6EB4-4181-A807-692A8437B456}" presName="connTx" presStyleLbl="parChTrans1D4" presStyleIdx="8" presStyleCnt="13"/>
      <dgm:spPr/>
    </dgm:pt>
    <dgm:pt modelId="{7D174B09-6463-4D91-AF9E-4B4619DB2FC3}" type="pres">
      <dgm:prSet presAssocID="{C42D3E67-75D0-4BC7-B338-8C0CB2303E81}" presName="root2" presStyleCnt="0"/>
      <dgm:spPr/>
    </dgm:pt>
    <dgm:pt modelId="{BC4D56CF-8C0A-4622-8CE2-E03BBA935A1F}" type="pres">
      <dgm:prSet presAssocID="{C42D3E67-75D0-4BC7-B338-8C0CB2303E81}" presName="LevelTwoTextNode" presStyleLbl="node4" presStyleIdx="8" presStyleCnt="13">
        <dgm:presLayoutVars>
          <dgm:chPref val="3"/>
        </dgm:presLayoutVars>
      </dgm:prSet>
      <dgm:spPr/>
    </dgm:pt>
    <dgm:pt modelId="{C6EA2C0B-CD6F-497C-A853-A6CBD48BBE02}" type="pres">
      <dgm:prSet presAssocID="{C42D3E67-75D0-4BC7-B338-8C0CB2303E81}" presName="level3hierChild" presStyleCnt="0"/>
      <dgm:spPr/>
    </dgm:pt>
    <dgm:pt modelId="{A3E4824B-BEDE-4101-B1CF-7F70EE9D9877}" type="pres">
      <dgm:prSet presAssocID="{FD30C37A-C40A-4B1C-9C67-BC5B4AB5E8D7}" presName="conn2-1" presStyleLbl="parChTrans1D4" presStyleIdx="9" presStyleCnt="13"/>
      <dgm:spPr/>
    </dgm:pt>
    <dgm:pt modelId="{04E024B2-F280-4D64-A954-11775671B454}" type="pres">
      <dgm:prSet presAssocID="{FD30C37A-C40A-4B1C-9C67-BC5B4AB5E8D7}" presName="connTx" presStyleLbl="parChTrans1D4" presStyleIdx="9" presStyleCnt="13"/>
      <dgm:spPr/>
    </dgm:pt>
    <dgm:pt modelId="{F4E93AC7-FA98-4525-91D8-E478000C20C7}" type="pres">
      <dgm:prSet presAssocID="{8B483960-4474-4F02-8070-3FDC35CB8532}" presName="root2" presStyleCnt="0"/>
      <dgm:spPr/>
    </dgm:pt>
    <dgm:pt modelId="{8CF22497-33C5-4B2B-A9DE-0CA5E73A37B9}" type="pres">
      <dgm:prSet presAssocID="{8B483960-4474-4F02-8070-3FDC35CB8532}" presName="LevelTwoTextNode" presStyleLbl="node4" presStyleIdx="9" presStyleCnt="13">
        <dgm:presLayoutVars>
          <dgm:chPref val="3"/>
        </dgm:presLayoutVars>
      </dgm:prSet>
      <dgm:spPr/>
    </dgm:pt>
    <dgm:pt modelId="{27465F17-E314-4CCE-9002-3EA22D996D3B}" type="pres">
      <dgm:prSet presAssocID="{8B483960-4474-4F02-8070-3FDC35CB8532}" presName="level3hierChild" presStyleCnt="0"/>
      <dgm:spPr/>
    </dgm:pt>
    <dgm:pt modelId="{887CED89-87E4-4BF6-BBDE-92F6331E4E55}" type="pres">
      <dgm:prSet presAssocID="{8BBCB186-7608-415D-8D8D-F917ECBA2678}" presName="conn2-1" presStyleLbl="parChTrans1D4" presStyleIdx="10" presStyleCnt="13"/>
      <dgm:spPr/>
    </dgm:pt>
    <dgm:pt modelId="{30504A3B-DD98-495C-A848-D6E8264254D0}" type="pres">
      <dgm:prSet presAssocID="{8BBCB186-7608-415D-8D8D-F917ECBA2678}" presName="connTx" presStyleLbl="parChTrans1D4" presStyleIdx="10" presStyleCnt="13"/>
      <dgm:spPr/>
    </dgm:pt>
    <dgm:pt modelId="{E0F440A1-48CB-41EA-9033-18E856CF4D15}" type="pres">
      <dgm:prSet presAssocID="{3D481BA6-DA77-4EA3-9984-4505C08EDD16}" presName="root2" presStyleCnt="0"/>
      <dgm:spPr/>
    </dgm:pt>
    <dgm:pt modelId="{9AF64D39-C3CD-4E09-A69F-5108B6BA247A}" type="pres">
      <dgm:prSet presAssocID="{3D481BA6-DA77-4EA3-9984-4505C08EDD16}" presName="LevelTwoTextNode" presStyleLbl="node4" presStyleIdx="10" presStyleCnt="13">
        <dgm:presLayoutVars>
          <dgm:chPref val="3"/>
        </dgm:presLayoutVars>
      </dgm:prSet>
      <dgm:spPr/>
    </dgm:pt>
    <dgm:pt modelId="{9DD58E8A-7E21-4FC2-A2B8-D2BC2DF11E21}" type="pres">
      <dgm:prSet presAssocID="{3D481BA6-DA77-4EA3-9984-4505C08EDD16}" presName="level3hierChild" presStyleCnt="0"/>
      <dgm:spPr/>
    </dgm:pt>
    <dgm:pt modelId="{25209357-8DC4-4BEF-BB20-67CE57C72B38}" type="pres">
      <dgm:prSet presAssocID="{5B67E8CB-36FA-4284-A26E-997B11D94775}" presName="conn2-1" presStyleLbl="parChTrans1D4" presStyleIdx="11" presStyleCnt="13"/>
      <dgm:spPr/>
    </dgm:pt>
    <dgm:pt modelId="{7BBF4F10-FAF9-4CF2-A1C6-C15839EEB7E3}" type="pres">
      <dgm:prSet presAssocID="{5B67E8CB-36FA-4284-A26E-997B11D94775}" presName="connTx" presStyleLbl="parChTrans1D4" presStyleIdx="11" presStyleCnt="13"/>
      <dgm:spPr/>
    </dgm:pt>
    <dgm:pt modelId="{ABA8D376-52EA-4A7D-AF28-D5590526197C}" type="pres">
      <dgm:prSet presAssocID="{C9652427-6B76-4D6C-A17E-5C481D93DEB9}" presName="root2" presStyleCnt="0"/>
      <dgm:spPr/>
    </dgm:pt>
    <dgm:pt modelId="{3598F4B8-4B09-4FED-A019-9289304E69EB}" type="pres">
      <dgm:prSet presAssocID="{C9652427-6B76-4D6C-A17E-5C481D93DEB9}" presName="LevelTwoTextNode" presStyleLbl="node4" presStyleIdx="11" presStyleCnt="13">
        <dgm:presLayoutVars>
          <dgm:chPref val="3"/>
        </dgm:presLayoutVars>
      </dgm:prSet>
      <dgm:spPr/>
    </dgm:pt>
    <dgm:pt modelId="{80F2472F-B01E-44FA-9B39-2849F1322F5C}" type="pres">
      <dgm:prSet presAssocID="{C9652427-6B76-4D6C-A17E-5C481D93DEB9}" presName="level3hierChild" presStyleCnt="0"/>
      <dgm:spPr/>
    </dgm:pt>
    <dgm:pt modelId="{50CC824E-0166-4CD7-9FE5-744825084D3F}" type="pres">
      <dgm:prSet presAssocID="{DD071F13-E997-4847-8D92-7C2382B9F9CF}" presName="conn2-1" presStyleLbl="parChTrans1D4" presStyleIdx="12" presStyleCnt="13"/>
      <dgm:spPr/>
    </dgm:pt>
    <dgm:pt modelId="{59BFEBE9-A229-429A-92FD-D95D764E315B}" type="pres">
      <dgm:prSet presAssocID="{DD071F13-E997-4847-8D92-7C2382B9F9CF}" presName="connTx" presStyleLbl="parChTrans1D4" presStyleIdx="12" presStyleCnt="13"/>
      <dgm:spPr/>
    </dgm:pt>
    <dgm:pt modelId="{C2460703-C36D-4FA0-B02E-757770B83B0B}" type="pres">
      <dgm:prSet presAssocID="{F7487559-9A05-4608-82DA-62880764D67C}" presName="root2" presStyleCnt="0"/>
      <dgm:spPr/>
    </dgm:pt>
    <dgm:pt modelId="{B9F5E552-9AD4-4A8E-8409-2D58524DD426}" type="pres">
      <dgm:prSet presAssocID="{F7487559-9A05-4608-82DA-62880764D67C}" presName="LevelTwoTextNode" presStyleLbl="node4" presStyleIdx="12" presStyleCnt="13">
        <dgm:presLayoutVars>
          <dgm:chPref val="3"/>
        </dgm:presLayoutVars>
      </dgm:prSet>
      <dgm:spPr/>
    </dgm:pt>
    <dgm:pt modelId="{94ECEC7D-E4C3-4AA9-B93A-C6428F2AD874}" type="pres">
      <dgm:prSet presAssocID="{F7487559-9A05-4608-82DA-62880764D67C}" presName="level3hierChild" presStyleCnt="0"/>
      <dgm:spPr/>
    </dgm:pt>
    <dgm:pt modelId="{D99C7239-B1BC-4DD1-BEE4-C1419F17E521}" type="pres">
      <dgm:prSet presAssocID="{D27B3F8A-8586-4010-8400-D3070F27CCCA}" presName="conn2-1" presStyleLbl="parChTrans1D2" presStyleIdx="1" presStyleCnt="2"/>
      <dgm:spPr/>
    </dgm:pt>
    <dgm:pt modelId="{5D5A31E1-9F3A-4B28-BE33-E74DA2FA6F2A}" type="pres">
      <dgm:prSet presAssocID="{D27B3F8A-8586-4010-8400-D3070F27CCCA}" presName="connTx" presStyleLbl="parChTrans1D2" presStyleIdx="1" presStyleCnt="2"/>
      <dgm:spPr/>
    </dgm:pt>
    <dgm:pt modelId="{630C0DB9-D68E-4237-906F-0099D1D903A0}" type="pres">
      <dgm:prSet presAssocID="{BEA2985D-EA4A-44C4-845C-ABAEF319C222}" presName="root2" presStyleCnt="0"/>
      <dgm:spPr/>
    </dgm:pt>
    <dgm:pt modelId="{4C84E876-D9DE-4702-BC52-953C0B487E35}" type="pres">
      <dgm:prSet presAssocID="{BEA2985D-EA4A-44C4-845C-ABAEF319C222}" presName="LevelTwoTextNode" presStyleLbl="node2" presStyleIdx="1" presStyleCnt="2" custLinFactY="100000" custLinFactNeighborX="7209" custLinFactNeighborY="123491">
        <dgm:presLayoutVars>
          <dgm:chPref val="3"/>
        </dgm:presLayoutVars>
      </dgm:prSet>
      <dgm:spPr/>
    </dgm:pt>
    <dgm:pt modelId="{C9FB7A5C-9F95-4613-8F21-44CCF66823C5}" type="pres">
      <dgm:prSet presAssocID="{BEA2985D-EA4A-44C4-845C-ABAEF319C222}" presName="level3hierChild" presStyleCnt="0"/>
      <dgm:spPr/>
    </dgm:pt>
    <dgm:pt modelId="{41B12D98-42E7-4D01-8125-E3F46716980E}" type="pres">
      <dgm:prSet presAssocID="{D3008A18-6F43-4C6D-B3B0-EB3A664A926C}" presName="conn2-1" presStyleLbl="parChTrans1D3" presStyleIdx="2" presStyleCnt="3"/>
      <dgm:spPr/>
    </dgm:pt>
    <dgm:pt modelId="{C9969760-5125-412A-97FD-7C5E4F216DD1}" type="pres">
      <dgm:prSet presAssocID="{D3008A18-6F43-4C6D-B3B0-EB3A664A926C}" presName="connTx" presStyleLbl="parChTrans1D3" presStyleIdx="2" presStyleCnt="3"/>
      <dgm:spPr/>
    </dgm:pt>
    <dgm:pt modelId="{59270CED-B994-4B04-8FA9-A9CD4EFC1194}" type="pres">
      <dgm:prSet presAssocID="{39D72667-F62E-4142-9583-8FE3ACCB403C}" presName="root2" presStyleCnt="0"/>
      <dgm:spPr/>
    </dgm:pt>
    <dgm:pt modelId="{BD743C42-3293-4686-B7A3-584FD00DA0FF}" type="pres">
      <dgm:prSet presAssocID="{39D72667-F62E-4142-9583-8FE3ACCB403C}" presName="LevelTwoTextNode" presStyleLbl="node3" presStyleIdx="2" presStyleCnt="3" custLinFactY="100000" custLinFactNeighborX="7209" custLinFactNeighborY="123491">
        <dgm:presLayoutVars>
          <dgm:chPref val="3"/>
        </dgm:presLayoutVars>
      </dgm:prSet>
      <dgm:spPr/>
    </dgm:pt>
    <dgm:pt modelId="{CBEE22C1-02A3-4B5E-BDC7-2CC13A47747A}" type="pres">
      <dgm:prSet presAssocID="{39D72667-F62E-4142-9583-8FE3ACCB403C}" presName="level3hierChild" presStyleCnt="0"/>
      <dgm:spPr/>
    </dgm:pt>
  </dgm:ptLst>
  <dgm:cxnLst>
    <dgm:cxn modelId="{D4EBAD00-EFB9-4E53-A91E-116C079C0AA9}" type="presOf" srcId="{CE63FF06-4C1C-45AC-AF0F-D8F06054FCC9}" destId="{23FEFA73-C3F6-403B-94FD-0852EA410818}" srcOrd="1" destOrd="0" presId="urn:microsoft.com/office/officeart/2005/8/layout/hierarchy2"/>
    <dgm:cxn modelId="{EE8AE903-4EE7-4866-A96B-04547B0A6483}" type="presOf" srcId="{07AC8D8C-5E66-404F-A0B7-86E6A85C3A28}" destId="{0C05D3CA-B76F-4701-A46D-EB1C6EFEC1C9}" srcOrd="0" destOrd="0" presId="urn:microsoft.com/office/officeart/2005/8/layout/hierarchy2"/>
    <dgm:cxn modelId="{AF039107-7A93-4F28-B390-C3C5AC659F68}" type="presOf" srcId="{6692D70A-45FE-40C7-B663-9C5B14FAEFA7}" destId="{ED12D8BC-61D7-440F-B832-0AF931063266}" srcOrd="1" destOrd="0" presId="urn:microsoft.com/office/officeart/2005/8/layout/hierarchy2"/>
    <dgm:cxn modelId="{B7C7BB0A-3907-4584-A6D9-954EAAE1C9EC}" type="presOf" srcId="{D27B3F8A-8586-4010-8400-D3070F27CCCA}" destId="{5D5A31E1-9F3A-4B28-BE33-E74DA2FA6F2A}" srcOrd="1" destOrd="0" presId="urn:microsoft.com/office/officeart/2005/8/layout/hierarchy2"/>
    <dgm:cxn modelId="{06DC060B-DC94-423A-B56F-C4435868EC8A}" type="presOf" srcId="{3D481BA6-DA77-4EA3-9984-4505C08EDD16}" destId="{9AF64D39-C3CD-4E09-A69F-5108B6BA247A}" srcOrd="0" destOrd="0" presId="urn:microsoft.com/office/officeart/2005/8/layout/hierarchy2"/>
    <dgm:cxn modelId="{56DEEB10-D08A-494C-B3A4-6816B8460780}" srcId="{8B483960-4474-4F02-8070-3FDC35CB8532}" destId="{3D481BA6-DA77-4EA3-9984-4505C08EDD16}" srcOrd="0" destOrd="0" parTransId="{8BBCB186-7608-415D-8D8D-F917ECBA2678}" sibTransId="{AF0072BA-E0AF-4261-8883-0E3FFA127B39}"/>
    <dgm:cxn modelId="{F8E1A612-75FA-4682-96BA-E61D0171D7BA}" type="presOf" srcId="{5B67E8CB-36FA-4284-A26E-997B11D94775}" destId="{25209357-8DC4-4BEF-BB20-67CE57C72B38}" srcOrd="0" destOrd="0" presId="urn:microsoft.com/office/officeart/2005/8/layout/hierarchy2"/>
    <dgm:cxn modelId="{0D293715-F561-44A4-90B4-A866A5B18E4F}" type="presOf" srcId="{BEA2985D-EA4A-44C4-845C-ABAEF319C222}" destId="{4C84E876-D9DE-4702-BC52-953C0B487E35}" srcOrd="0" destOrd="0" presId="urn:microsoft.com/office/officeart/2005/8/layout/hierarchy2"/>
    <dgm:cxn modelId="{581C6415-01DE-4D5B-9B8B-A91727033C06}" type="presOf" srcId="{8B483960-4474-4F02-8070-3FDC35CB8532}" destId="{8CF22497-33C5-4B2B-A9DE-0CA5E73A37B9}" srcOrd="0" destOrd="0" presId="urn:microsoft.com/office/officeart/2005/8/layout/hierarchy2"/>
    <dgm:cxn modelId="{D9891316-D787-40CD-8A7A-78969D62AC0A}" srcId="{70FBA1AB-7DD9-4437-AEA1-D9B59B3BEBBF}" destId="{41DF2742-0DAD-43F7-9F53-EAC0E12BC4C8}" srcOrd="0" destOrd="0" parTransId="{78CDB895-1633-4816-AF18-7060C6BC6EB7}" sibTransId="{DC1D4A8F-26B6-449B-89C6-D62DE0D8CCB3}"/>
    <dgm:cxn modelId="{3EFE171F-2677-42FE-934C-1EBB18F2B0C4}" type="presOf" srcId="{8BBCB186-7608-415D-8D8D-F917ECBA2678}" destId="{887CED89-87E4-4BF6-BBDE-92F6331E4E55}" srcOrd="0" destOrd="0" presId="urn:microsoft.com/office/officeart/2005/8/layout/hierarchy2"/>
    <dgm:cxn modelId="{0C75D721-2502-477D-AF18-3BD5C69B8C3C}" type="presOf" srcId="{F7487559-9A05-4608-82DA-62880764D67C}" destId="{B9F5E552-9AD4-4A8E-8409-2D58524DD426}" srcOrd="0" destOrd="0" presId="urn:microsoft.com/office/officeart/2005/8/layout/hierarchy2"/>
    <dgm:cxn modelId="{26AB442B-9A9A-4330-96BC-D3FEB9EFC9F9}" type="presOf" srcId="{0C117025-F369-4BA0-9376-D1A4BCF9D33E}" destId="{8ABF3D82-3397-4489-BB25-5194889E780E}" srcOrd="0" destOrd="0" presId="urn:microsoft.com/office/officeart/2005/8/layout/hierarchy2"/>
    <dgm:cxn modelId="{BC06E530-7147-4190-AD0E-E2EBE5F7CFB6}" type="presOf" srcId="{87A9E064-6EB4-4181-A807-692A8437B456}" destId="{FC3C9E46-7F62-4766-833C-6544E31CC93A}" srcOrd="1" destOrd="0" presId="urn:microsoft.com/office/officeart/2005/8/layout/hierarchy2"/>
    <dgm:cxn modelId="{B198C737-33E2-4DC8-82A7-D95E3BEE0483}" type="presOf" srcId="{AAD39A65-8A15-4CE1-9D02-E337C27B0365}" destId="{F3CCB4A5-C936-4EC9-A460-CC132BBC600D}" srcOrd="0" destOrd="0" presId="urn:microsoft.com/office/officeart/2005/8/layout/hierarchy2"/>
    <dgm:cxn modelId="{3CEEF238-8ABD-4BB4-A2BB-8A96FAD92A6D}" type="presOf" srcId="{78CDB895-1633-4816-AF18-7060C6BC6EB7}" destId="{FE2C72FB-5D00-402C-A68A-FEE19047E55B}" srcOrd="0" destOrd="0" presId="urn:microsoft.com/office/officeart/2005/8/layout/hierarchy2"/>
    <dgm:cxn modelId="{0737AD3B-BDC3-4610-87DB-E5E1F46B0971}" srcId="{00E2E382-A27D-4BD2-B035-B89488A14E41}" destId="{9E87A288-7048-49AA-B1AC-65C023DF38A1}" srcOrd="0" destOrd="0" parTransId="{CE63FF06-4C1C-45AC-AF0F-D8F06054FCC9}" sibTransId="{46704122-F0DD-4AEA-8276-AACDC0F4F1E2}"/>
    <dgm:cxn modelId="{1FF20E3D-F5B0-4C25-AD8C-F966819FBA08}" type="presOf" srcId="{BAB7E1F6-2856-4D14-803B-6CDB26E7996B}" destId="{8CDEC973-2D2A-4710-81E2-1B2D950FC6AF}" srcOrd="0" destOrd="0" presId="urn:microsoft.com/office/officeart/2005/8/layout/hierarchy2"/>
    <dgm:cxn modelId="{60A71B3F-6543-4F1D-B88E-ABDCB6AE7EBB}" type="presOf" srcId="{F3A67FFE-4AE6-4409-9674-780AC44074FF}" destId="{F1D324D6-6CA8-4A70-8521-475C6AA38298}" srcOrd="0" destOrd="0" presId="urn:microsoft.com/office/officeart/2005/8/layout/hierarchy2"/>
    <dgm:cxn modelId="{29A0255D-7B87-446C-BF79-29205E5351D4}" srcId="{BEA2985D-EA4A-44C4-845C-ABAEF319C222}" destId="{39D72667-F62E-4142-9583-8FE3ACCB403C}" srcOrd="0" destOrd="0" parTransId="{D3008A18-6F43-4C6D-B3B0-EB3A664A926C}" sibTransId="{81DCED81-934E-468D-ADF1-FA404A32804A}"/>
    <dgm:cxn modelId="{E562D460-81CE-4C2D-8760-C50AA88A7D6A}" srcId="{07AC8D8C-5E66-404F-A0B7-86E6A85C3A28}" destId="{5CE59ED6-5E6B-4E2C-BC82-A9269DE1C1F8}" srcOrd="0" destOrd="0" parTransId="{F3A67FFE-4AE6-4409-9674-780AC44074FF}" sibTransId="{78B369F8-DCB9-436E-8900-AB01AAAFDB53}"/>
    <dgm:cxn modelId="{6AB67361-EC65-4154-92A7-5360C6DD4BED}" type="presOf" srcId="{C42D3E67-75D0-4BC7-B338-8C0CB2303E81}" destId="{BC4D56CF-8C0A-4622-8CE2-E03BBA935A1F}" srcOrd="0" destOrd="0" presId="urn:microsoft.com/office/officeart/2005/8/layout/hierarchy2"/>
    <dgm:cxn modelId="{7420E442-D441-4109-8036-070D4B468E46}" srcId="{5CE59ED6-5E6B-4E2C-BC82-A9269DE1C1F8}" destId="{0B03F317-2713-4954-B9F8-5A23A43A9903}" srcOrd="0" destOrd="0" parTransId="{AAD39A65-8A15-4CE1-9D02-E337C27B0365}" sibTransId="{BDE1A1BE-53DE-4D7F-899E-396266EE9A53}"/>
    <dgm:cxn modelId="{64583E63-CAE7-41E5-8A71-614829D937DC}" type="presOf" srcId="{6692D70A-45FE-40C7-B663-9C5B14FAEFA7}" destId="{9576C888-DC79-427F-BF41-8A41B40AD27B}" srcOrd="0" destOrd="0" presId="urn:microsoft.com/office/officeart/2005/8/layout/hierarchy2"/>
    <dgm:cxn modelId="{9A273344-6811-47DC-9E72-91C39B52EE5D}" type="presOf" srcId="{0C117025-F369-4BA0-9376-D1A4BCF9D33E}" destId="{246E3F1C-A38D-4C0C-9990-37CCD7AE7AB3}" srcOrd="1" destOrd="0" presId="urn:microsoft.com/office/officeart/2005/8/layout/hierarchy2"/>
    <dgm:cxn modelId="{9EDF4844-5D49-4B49-9303-E347D4E35C63}" type="presOf" srcId="{9D015D09-9B9C-40E6-A4EB-7CAB955FEBD0}" destId="{8A6956E7-C700-48AE-BD2C-85D5529650C2}" srcOrd="1" destOrd="0" presId="urn:microsoft.com/office/officeart/2005/8/layout/hierarchy2"/>
    <dgm:cxn modelId="{55717264-777A-40E5-8314-4099CE4A3362}" srcId="{7854D6E9-FEB5-489E-80A9-AACBB150D351}" destId="{BEA2985D-EA4A-44C4-845C-ABAEF319C222}" srcOrd="1" destOrd="0" parTransId="{D27B3F8A-8586-4010-8400-D3070F27CCCA}" sibTransId="{8E621E7C-1DB7-4B6B-9FEA-F9753D9C0897}"/>
    <dgm:cxn modelId="{6A235047-2766-40B7-8375-53D9C7C2575E}" type="presOf" srcId="{70FBA1AB-7DD9-4437-AEA1-D9B59B3BEBBF}" destId="{6884670F-3DA4-4B3C-A147-BCB692E93F8F}" srcOrd="0" destOrd="0" presId="urn:microsoft.com/office/officeart/2005/8/layout/hierarchy2"/>
    <dgm:cxn modelId="{599C3148-85D1-4AD9-AC1B-69D36593D889}" type="presOf" srcId="{D3008A18-6F43-4C6D-B3B0-EB3A664A926C}" destId="{C9969760-5125-412A-97FD-7C5E4F216DD1}" srcOrd="1" destOrd="0" presId="urn:microsoft.com/office/officeart/2005/8/layout/hierarchy2"/>
    <dgm:cxn modelId="{9277444C-02EA-4C9F-8083-84E36A4839D5}" type="presOf" srcId="{48CED717-C87F-4964-9745-6B6A29B8AA6B}" destId="{7A7318A4-77B7-46F3-898E-F496F9FB2633}" srcOrd="0" destOrd="0" presId="urn:microsoft.com/office/officeart/2005/8/layout/hierarchy2"/>
    <dgm:cxn modelId="{DC7CE46E-B847-4BCE-B25A-BE6FD033ECE6}" type="presOf" srcId="{1F00C3B6-0D2D-45F6-A36B-5DD9C5D9B38F}" destId="{F980699E-C2B3-40EF-BE60-5A731A474F2A}" srcOrd="1" destOrd="0" presId="urn:microsoft.com/office/officeart/2005/8/layout/hierarchy2"/>
    <dgm:cxn modelId="{34790571-CC50-4A73-B8D2-DB4F181099AE}" type="presOf" srcId="{DD071F13-E997-4847-8D92-7C2382B9F9CF}" destId="{50CC824E-0166-4CD7-9FE5-744825084D3F}" srcOrd="0" destOrd="0" presId="urn:microsoft.com/office/officeart/2005/8/layout/hierarchy2"/>
    <dgm:cxn modelId="{19B75471-1503-4E79-87C3-20B4442157B0}" type="presOf" srcId="{C9652427-6B76-4D6C-A17E-5C481D93DEB9}" destId="{3598F4B8-4B09-4FED-A019-9289304E69EB}" srcOrd="0" destOrd="0" presId="urn:microsoft.com/office/officeart/2005/8/layout/hierarchy2"/>
    <dgm:cxn modelId="{33267C52-CB5D-4068-B9F1-0BEA3446519A}" srcId="{79134663-344C-4C25-B677-0BE348AD1AA2}" destId="{C42D3E67-75D0-4BC7-B338-8C0CB2303E81}" srcOrd="0" destOrd="0" parTransId="{87A9E064-6EB4-4181-A807-692A8437B456}" sibTransId="{B042CDFA-4AE1-493D-A476-80E1D68E5BE2}"/>
    <dgm:cxn modelId="{BA0F9372-23A1-47A9-BD85-4B9FDB460E9A}" type="presOf" srcId="{AAD39A65-8A15-4CE1-9D02-E337C27B0365}" destId="{BE20FADA-7AD5-474E-A4C4-646583C6D348}" srcOrd="1" destOrd="0" presId="urn:microsoft.com/office/officeart/2005/8/layout/hierarchy2"/>
    <dgm:cxn modelId="{A017A952-19D0-4F1A-B769-E4613BC19AA2}" type="presOf" srcId="{9D015D09-9B9C-40E6-A4EB-7CAB955FEBD0}" destId="{19C28CAE-1347-4A4E-AAA5-8195DAC4C393}" srcOrd="0" destOrd="0" presId="urn:microsoft.com/office/officeart/2005/8/layout/hierarchy2"/>
    <dgm:cxn modelId="{F4749F54-26CE-43B3-B029-EBE4E4865683}" type="presOf" srcId="{0E8341A9-0A1C-4158-A85B-43E9B461B0F6}" destId="{582548B8-1C6C-49E7-A635-97FDC65316AF}" srcOrd="1" destOrd="0" presId="urn:microsoft.com/office/officeart/2005/8/layout/hierarchy2"/>
    <dgm:cxn modelId="{EF263255-9E74-4029-8E16-565DF0F52E1E}" type="presOf" srcId="{99B79406-419A-44CC-BFBD-DE21F1664C74}" destId="{0ACA3F0E-98DB-483C-9996-77681279D7AA}" srcOrd="0" destOrd="0" presId="urn:microsoft.com/office/officeart/2005/8/layout/hierarchy2"/>
    <dgm:cxn modelId="{8A736F56-AB54-4594-A9A4-2841A3B1B7FB}" srcId="{07AC8D8C-5E66-404F-A0B7-86E6A85C3A28}" destId="{79134663-344C-4C25-B677-0BE348AD1AA2}" srcOrd="1" destOrd="0" parTransId="{0E8341A9-0A1C-4158-A85B-43E9B461B0F6}" sibTransId="{E348CE68-FEF5-409E-B536-14B67FD562B7}"/>
    <dgm:cxn modelId="{F772A857-3568-4B9E-9B19-122B4195E40E}" srcId="{0B03F317-2713-4954-B9F8-5A23A43A9903}" destId="{99B79406-419A-44CC-BFBD-DE21F1664C74}" srcOrd="0" destOrd="0" parTransId="{A1BFB339-FDF2-4EB7-9141-924D56D0C4EC}" sibTransId="{959CB8F5-7C37-46F0-B0B2-AA147EC97942}"/>
    <dgm:cxn modelId="{8187D977-9CEF-4075-BAF4-A64DE921A918}" type="presOf" srcId="{39D72667-F62E-4142-9583-8FE3ACCB403C}" destId="{BD743C42-3293-4686-B7A3-584FD00DA0FF}" srcOrd="0" destOrd="0" presId="urn:microsoft.com/office/officeart/2005/8/layout/hierarchy2"/>
    <dgm:cxn modelId="{DDA90A78-1ED2-4649-B3AF-06F1F430CE9F}" type="presOf" srcId="{5B67E8CB-36FA-4284-A26E-997B11D94775}" destId="{7BBF4F10-FAF9-4CF2-A1C6-C15839EEB7E3}" srcOrd="1" destOrd="0" presId="urn:microsoft.com/office/officeart/2005/8/layout/hierarchy2"/>
    <dgm:cxn modelId="{FF87C079-B0CB-446C-A09B-75662B0CA14D}" srcId="{00E2E382-A27D-4BD2-B035-B89488A14E41}" destId="{07AC8D8C-5E66-404F-A0B7-86E6A85C3A28}" srcOrd="1" destOrd="0" parTransId="{0C117025-F369-4BA0-9376-D1A4BCF9D33E}" sibTransId="{30977F21-8E46-4A9D-A1CF-629C0E5114B4}"/>
    <dgm:cxn modelId="{11F9807D-E621-4705-B543-C1501F4F4071}" type="presOf" srcId="{5CE59ED6-5E6B-4E2C-BC82-A9269DE1C1F8}" destId="{936E6CB8-9CC8-4979-8C33-AC19CB714A9A}" srcOrd="0" destOrd="0" presId="urn:microsoft.com/office/officeart/2005/8/layout/hierarchy2"/>
    <dgm:cxn modelId="{A63C8684-E8B1-4CC5-98E7-9AEACBE4753D}" srcId="{C42D3E67-75D0-4BC7-B338-8C0CB2303E81}" destId="{C9652427-6B76-4D6C-A17E-5C481D93DEB9}" srcOrd="1" destOrd="0" parTransId="{5B67E8CB-36FA-4284-A26E-997B11D94775}" sibTransId="{101152D8-1F8F-4EE4-BDC5-7740F98D9309}"/>
    <dgm:cxn modelId="{5F920B92-4EF5-4F76-BF11-3FF2C0754D4C}" type="presOf" srcId="{FD30C37A-C40A-4B1C-9C67-BC5B4AB5E8D7}" destId="{A3E4824B-BEDE-4101-B1CF-7F70EE9D9877}" srcOrd="0" destOrd="0" presId="urn:microsoft.com/office/officeart/2005/8/layout/hierarchy2"/>
    <dgm:cxn modelId="{8F1B1A9E-DF9F-4F71-A4CA-BE3D38446EBB}" type="presOf" srcId="{F3A67FFE-4AE6-4409-9674-780AC44074FF}" destId="{7249BE79-FB04-47DC-824C-1AA0AE1BBCC3}" srcOrd="1" destOrd="0" presId="urn:microsoft.com/office/officeart/2005/8/layout/hierarchy2"/>
    <dgm:cxn modelId="{15C47EA4-5DF0-417D-BAF1-E75C5B294CCF}" type="presOf" srcId="{D27B3F8A-8586-4010-8400-D3070F27CCCA}" destId="{D99C7239-B1BC-4DD1-BEE4-C1419F17E521}" srcOrd="0" destOrd="0" presId="urn:microsoft.com/office/officeart/2005/8/layout/hierarchy2"/>
    <dgm:cxn modelId="{522CCDA5-419F-450C-9CB0-574846842BBE}" type="presOf" srcId="{1F00C3B6-0D2D-45F6-A36B-5DD9C5D9B38F}" destId="{B3187DC3-9ABF-480D-A881-B634E1E8DEB3}" srcOrd="0" destOrd="0" presId="urn:microsoft.com/office/officeart/2005/8/layout/hierarchy2"/>
    <dgm:cxn modelId="{04C1F0A7-4C92-4477-9ADB-6A76AD6D73AE}" type="presOf" srcId="{D3008A18-6F43-4C6D-B3B0-EB3A664A926C}" destId="{41B12D98-42E7-4D01-8125-E3F46716980E}" srcOrd="0" destOrd="0" presId="urn:microsoft.com/office/officeart/2005/8/layout/hierarchy2"/>
    <dgm:cxn modelId="{C9AD08A9-9891-4109-BDDB-CAABE350FB89}" type="presOf" srcId="{857668F1-BE9A-479A-A921-C8687AD13013}" destId="{07D8A845-9187-4279-9397-EE61C6ECFADE}" srcOrd="0" destOrd="0" presId="urn:microsoft.com/office/officeart/2005/8/layout/hierarchy2"/>
    <dgm:cxn modelId="{123298A9-E03E-4222-AC45-D5DF612BF126}" srcId="{7854D6E9-FEB5-489E-80A9-AACBB150D351}" destId="{00E2E382-A27D-4BD2-B035-B89488A14E41}" srcOrd="0" destOrd="0" parTransId="{1F00C3B6-0D2D-45F6-A36B-5DD9C5D9B38F}" sibTransId="{D1A67388-1ECA-4F41-9A82-B2E4AB6AA345}"/>
    <dgm:cxn modelId="{C74B8CB1-3C0E-49F5-A9CB-EC664CC19C08}" type="presOf" srcId="{48CED717-C87F-4964-9745-6B6A29B8AA6B}" destId="{D5E05725-BF1D-420A-A0BA-154D05581C65}" srcOrd="1" destOrd="0" presId="urn:microsoft.com/office/officeart/2005/8/layout/hierarchy2"/>
    <dgm:cxn modelId="{5613CDB1-3C11-4C70-8B56-3AD9CC91763A}" type="presOf" srcId="{A1BFB339-FDF2-4EB7-9141-924D56D0C4EC}" destId="{D7C64326-73AD-47A7-93CA-22F40E9916F1}" srcOrd="1" destOrd="0" presId="urn:microsoft.com/office/officeart/2005/8/layout/hierarchy2"/>
    <dgm:cxn modelId="{D07057B2-2A1D-42FF-A552-F88A29654614}" type="presOf" srcId="{79134663-344C-4C25-B677-0BE348AD1AA2}" destId="{7C74654D-FE7B-484F-BD3E-2C6C1C17CCF8}" srcOrd="0" destOrd="0" presId="urn:microsoft.com/office/officeart/2005/8/layout/hierarchy2"/>
    <dgm:cxn modelId="{B4FD04B6-8E90-4AA5-A9BD-6569BEF0FE4A}" type="presOf" srcId="{00E2E382-A27D-4BD2-B035-B89488A14E41}" destId="{F9F406CE-C358-42D4-8F61-A0F08DE3E4C0}" srcOrd="0" destOrd="0" presId="urn:microsoft.com/office/officeart/2005/8/layout/hierarchy2"/>
    <dgm:cxn modelId="{25710CB7-9E39-47A1-84DC-8FE81F89E777}" type="presOf" srcId="{DD071F13-E997-4847-8D92-7C2382B9F9CF}" destId="{59BFEBE9-A229-429A-92FD-D95D764E315B}" srcOrd="1" destOrd="0" presId="urn:microsoft.com/office/officeart/2005/8/layout/hierarchy2"/>
    <dgm:cxn modelId="{DBA049C2-8BE3-4644-8CD3-1D842A05C553}" srcId="{9E87A288-7048-49AA-B1AC-65C023DF38A1}" destId="{70FBA1AB-7DD9-4437-AEA1-D9B59B3BEBBF}" srcOrd="1" destOrd="0" parTransId="{6692D70A-45FE-40C7-B663-9C5B14FAEFA7}" sibTransId="{6D3D7445-D564-44A9-BE7B-49EAEE0C7686}"/>
    <dgm:cxn modelId="{7E3590C5-1F8F-433E-A2B1-668CE4B4180F}" type="presOf" srcId="{7854D6E9-FEB5-489E-80A9-AACBB150D351}" destId="{CF6811E3-3335-4FA9-8D2C-BA2F0EB0BED2}" srcOrd="0" destOrd="0" presId="urn:microsoft.com/office/officeart/2005/8/layout/hierarchy2"/>
    <dgm:cxn modelId="{8C309DCB-3D8A-4547-AF15-81ED7D087A28}" srcId="{C42D3E67-75D0-4BC7-B338-8C0CB2303E81}" destId="{8B483960-4474-4F02-8070-3FDC35CB8532}" srcOrd="0" destOrd="0" parTransId="{FD30C37A-C40A-4B1C-9C67-BC5B4AB5E8D7}" sibTransId="{FFB960B6-D9E1-42EE-BC6E-2BC2781C83E3}"/>
    <dgm:cxn modelId="{9CBDD2CC-EB78-4795-B417-104E2CC7C97D}" type="presOf" srcId="{A1BFB339-FDF2-4EB7-9141-924D56D0C4EC}" destId="{52875841-0556-42D1-9560-F164B9DCFABA}" srcOrd="0" destOrd="0" presId="urn:microsoft.com/office/officeart/2005/8/layout/hierarchy2"/>
    <dgm:cxn modelId="{B5E9DACC-36AF-4B2E-AF5E-958C9EBB1A21}" srcId="{BAB7E1F6-2856-4D14-803B-6CDB26E7996B}" destId="{7854D6E9-FEB5-489E-80A9-AACBB150D351}" srcOrd="0" destOrd="0" parTransId="{DE377339-375F-4283-B6ED-A899058857DD}" sibTransId="{4B3B72F7-2826-4C2E-99C8-FBE2E5CE2803}"/>
    <dgm:cxn modelId="{3EB268CF-AD46-4B18-A179-DE6F0ED55DAE}" type="presOf" srcId="{41DF2742-0DAD-43F7-9F53-EAC0E12BC4C8}" destId="{513B4FEE-5CE6-43E7-B7BF-50EA94EDAFD7}" srcOrd="0" destOrd="0" presId="urn:microsoft.com/office/officeart/2005/8/layout/hierarchy2"/>
    <dgm:cxn modelId="{413D59CF-8F5C-438E-84DE-0C2BBF7F2E23}" type="presOf" srcId="{87A9E064-6EB4-4181-A807-692A8437B456}" destId="{E8F0F10D-3291-4F5A-ADF3-007593BB0479}" srcOrd="0" destOrd="0" presId="urn:microsoft.com/office/officeart/2005/8/layout/hierarchy2"/>
    <dgm:cxn modelId="{476F30D1-E910-4C5F-948A-CA06DD977D7E}" type="presOf" srcId="{8BBCB186-7608-415D-8D8D-F917ECBA2678}" destId="{30504A3B-DD98-495C-A848-D6E8264254D0}" srcOrd="1" destOrd="0" presId="urn:microsoft.com/office/officeart/2005/8/layout/hierarchy2"/>
    <dgm:cxn modelId="{9191FFD5-2AD1-44A2-9981-3F461E77AB0C}" srcId="{9E87A288-7048-49AA-B1AC-65C023DF38A1}" destId="{CEB06581-2B23-44ED-A624-4294A0F39FF4}" srcOrd="0" destOrd="0" parTransId="{48CED717-C87F-4964-9745-6B6A29B8AA6B}" sibTransId="{08328A37-5777-4E0E-BC8A-F5DC22940366}"/>
    <dgm:cxn modelId="{89727ED8-8762-4950-9DFD-D522B1F1CCEE}" srcId="{C9652427-6B76-4D6C-A17E-5C481D93DEB9}" destId="{F7487559-9A05-4608-82DA-62880764D67C}" srcOrd="0" destOrd="0" parTransId="{DD071F13-E997-4847-8D92-7C2382B9F9CF}" sibTransId="{9E7324CD-928F-499D-9965-99C61D07DF41}"/>
    <dgm:cxn modelId="{7D09D2DA-9AEF-408A-9A25-BFDEC9D6E13D}" type="presOf" srcId="{78CDB895-1633-4816-AF18-7060C6BC6EB7}" destId="{582738DE-5C35-4F94-942F-6EAE4C32135B}" srcOrd="1" destOrd="0" presId="urn:microsoft.com/office/officeart/2005/8/layout/hierarchy2"/>
    <dgm:cxn modelId="{46FDA8DC-1F12-4E27-BF0F-C0E580B376A8}" type="presOf" srcId="{FD30C37A-C40A-4B1C-9C67-BC5B4AB5E8D7}" destId="{04E024B2-F280-4D64-A954-11775671B454}" srcOrd="1" destOrd="0" presId="urn:microsoft.com/office/officeart/2005/8/layout/hierarchy2"/>
    <dgm:cxn modelId="{3DD076DE-D738-4A04-85F5-5E8B936F7E94}" type="presOf" srcId="{0B03F317-2713-4954-B9F8-5A23A43A9903}" destId="{49132279-F20E-42DC-88D2-9A8D91AED191}" srcOrd="0" destOrd="0" presId="urn:microsoft.com/office/officeart/2005/8/layout/hierarchy2"/>
    <dgm:cxn modelId="{02408DE8-B1BB-42BC-946A-78241707226A}" type="presOf" srcId="{0E8341A9-0A1C-4158-A85B-43E9B461B0F6}" destId="{68071844-E30D-448E-8BBD-858A588984C5}" srcOrd="0" destOrd="0" presId="urn:microsoft.com/office/officeart/2005/8/layout/hierarchy2"/>
    <dgm:cxn modelId="{AEC1B2EB-0038-40D0-93FE-6EECFBB19CCB}" type="presOf" srcId="{CE63FF06-4C1C-45AC-AF0F-D8F06054FCC9}" destId="{E0B40188-6209-4C42-8E38-3776E8AB96D1}" srcOrd="0" destOrd="0" presId="urn:microsoft.com/office/officeart/2005/8/layout/hierarchy2"/>
    <dgm:cxn modelId="{2C4B26EF-C76E-4445-9DD9-997B3832CCE3}" type="presOf" srcId="{CEB06581-2B23-44ED-A624-4294A0F39FF4}" destId="{0E94648C-B795-4609-B3AE-3F2D963BE479}" srcOrd="0" destOrd="0" presId="urn:microsoft.com/office/officeart/2005/8/layout/hierarchy2"/>
    <dgm:cxn modelId="{F189CEEF-57D3-4323-8255-4AD505F828B9}" type="presOf" srcId="{9E87A288-7048-49AA-B1AC-65C023DF38A1}" destId="{593EF8A3-0F94-4D6F-8A51-849A842232FC}" srcOrd="0" destOrd="0" presId="urn:microsoft.com/office/officeart/2005/8/layout/hierarchy2"/>
    <dgm:cxn modelId="{90B340FF-4573-4B66-A679-FDEEDE886E9D}" srcId="{CEB06581-2B23-44ED-A624-4294A0F39FF4}" destId="{857668F1-BE9A-479A-A921-C8687AD13013}" srcOrd="0" destOrd="0" parTransId="{9D015D09-9B9C-40E6-A4EB-7CAB955FEBD0}" sibTransId="{36326ADD-712B-41D8-A4DB-B6996B691E31}"/>
    <dgm:cxn modelId="{F9F917FA-1A08-4039-80A4-10D342650A50}" type="presParOf" srcId="{8CDEC973-2D2A-4710-81E2-1B2D950FC6AF}" destId="{9450AE1F-ECDA-4911-9CDA-52E4743EA1D2}" srcOrd="0" destOrd="0" presId="urn:microsoft.com/office/officeart/2005/8/layout/hierarchy2"/>
    <dgm:cxn modelId="{7B5C3C2B-C2C2-4713-A27C-168A76F238CE}" type="presParOf" srcId="{9450AE1F-ECDA-4911-9CDA-52E4743EA1D2}" destId="{CF6811E3-3335-4FA9-8D2C-BA2F0EB0BED2}" srcOrd="0" destOrd="0" presId="urn:microsoft.com/office/officeart/2005/8/layout/hierarchy2"/>
    <dgm:cxn modelId="{CA14501C-5ABC-4A89-8A42-53378FB08A5A}" type="presParOf" srcId="{9450AE1F-ECDA-4911-9CDA-52E4743EA1D2}" destId="{C69D656E-AF01-4E3A-8915-D33178A4EE5D}" srcOrd="1" destOrd="0" presId="urn:microsoft.com/office/officeart/2005/8/layout/hierarchy2"/>
    <dgm:cxn modelId="{25605128-6D59-4CD2-A9B5-9A12347D5C9B}" type="presParOf" srcId="{C69D656E-AF01-4E3A-8915-D33178A4EE5D}" destId="{B3187DC3-9ABF-480D-A881-B634E1E8DEB3}" srcOrd="0" destOrd="0" presId="urn:microsoft.com/office/officeart/2005/8/layout/hierarchy2"/>
    <dgm:cxn modelId="{27204AEA-379D-4F0C-AC14-4B04F25EE51A}" type="presParOf" srcId="{B3187DC3-9ABF-480D-A881-B634E1E8DEB3}" destId="{F980699E-C2B3-40EF-BE60-5A731A474F2A}" srcOrd="0" destOrd="0" presId="urn:microsoft.com/office/officeart/2005/8/layout/hierarchy2"/>
    <dgm:cxn modelId="{2FF15F8C-C7AC-4A12-818B-383A209A360C}" type="presParOf" srcId="{C69D656E-AF01-4E3A-8915-D33178A4EE5D}" destId="{47FDABFC-819E-40FC-9C10-0594684F09CA}" srcOrd="1" destOrd="0" presId="urn:microsoft.com/office/officeart/2005/8/layout/hierarchy2"/>
    <dgm:cxn modelId="{529EDB8B-FA6D-4CB1-9430-BF9C98B42A6C}" type="presParOf" srcId="{47FDABFC-819E-40FC-9C10-0594684F09CA}" destId="{F9F406CE-C358-42D4-8F61-A0F08DE3E4C0}" srcOrd="0" destOrd="0" presId="urn:microsoft.com/office/officeart/2005/8/layout/hierarchy2"/>
    <dgm:cxn modelId="{077AF94E-1ADC-4D28-9BFF-4DA683423E2D}" type="presParOf" srcId="{47FDABFC-819E-40FC-9C10-0594684F09CA}" destId="{74574048-B95F-4DD7-94F8-39938341A06A}" srcOrd="1" destOrd="0" presId="urn:microsoft.com/office/officeart/2005/8/layout/hierarchy2"/>
    <dgm:cxn modelId="{CC57E9EB-BAE2-4B7A-8A14-BE98A91FDEE9}" type="presParOf" srcId="{74574048-B95F-4DD7-94F8-39938341A06A}" destId="{E0B40188-6209-4C42-8E38-3776E8AB96D1}" srcOrd="0" destOrd="0" presId="urn:microsoft.com/office/officeart/2005/8/layout/hierarchy2"/>
    <dgm:cxn modelId="{5E76A244-5362-4F09-A77A-61583F1BA126}" type="presParOf" srcId="{E0B40188-6209-4C42-8E38-3776E8AB96D1}" destId="{23FEFA73-C3F6-403B-94FD-0852EA410818}" srcOrd="0" destOrd="0" presId="urn:microsoft.com/office/officeart/2005/8/layout/hierarchy2"/>
    <dgm:cxn modelId="{CC996AAE-9CC8-46F9-B21F-0650B8F9C1F3}" type="presParOf" srcId="{74574048-B95F-4DD7-94F8-39938341A06A}" destId="{374EC80C-9603-4925-A74A-246D6778858A}" srcOrd="1" destOrd="0" presId="urn:microsoft.com/office/officeart/2005/8/layout/hierarchy2"/>
    <dgm:cxn modelId="{5127EACA-E28A-4C12-A8AD-B213227573E4}" type="presParOf" srcId="{374EC80C-9603-4925-A74A-246D6778858A}" destId="{593EF8A3-0F94-4D6F-8A51-849A842232FC}" srcOrd="0" destOrd="0" presId="urn:microsoft.com/office/officeart/2005/8/layout/hierarchy2"/>
    <dgm:cxn modelId="{78D6318F-AD41-4F89-99F3-3CA8ED38A248}" type="presParOf" srcId="{374EC80C-9603-4925-A74A-246D6778858A}" destId="{85FA4989-18BD-4418-B2F4-1CAD48234D77}" srcOrd="1" destOrd="0" presId="urn:microsoft.com/office/officeart/2005/8/layout/hierarchy2"/>
    <dgm:cxn modelId="{E2F512B8-AB62-4F20-AE45-BDBE99F315F5}" type="presParOf" srcId="{85FA4989-18BD-4418-B2F4-1CAD48234D77}" destId="{7A7318A4-77B7-46F3-898E-F496F9FB2633}" srcOrd="0" destOrd="0" presId="urn:microsoft.com/office/officeart/2005/8/layout/hierarchy2"/>
    <dgm:cxn modelId="{AADEAE11-71C8-4BDA-B705-78513F1CF91E}" type="presParOf" srcId="{7A7318A4-77B7-46F3-898E-F496F9FB2633}" destId="{D5E05725-BF1D-420A-A0BA-154D05581C65}" srcOrd="0" destOrd="0" presId="urn:microsoft.com/office/officeart/2005/8/layout/hierarchy2"/>
    <dgm:cxn modelId="{4C3B648B-00BF-4DB2-A058-435BF6F1939C}" type="presParOf" srcId="{85FA4989-18BD-4418-B2F4-1CAD48234D77}" destId="{C59A599A-DC7E-4409-BB10-3D3A60BDD822}" srcOrd="1" destOrd="0" presId="urn:microsoft.com/office/officeart/2005/8/layout/hierarchy2"/>
    <dgm:cxn modelId="{EA79FB4F-A180-4879-A957-7A745404DC6C}" type="presParOf" srcId="{C59A599A-DC7E-4409-BB10-3D3A60BDD822}" destId="{0E94648C-B795-4609-B3AE-3F2D963BE479}" srcOrd="0" destOrd="0" presId="urn:microsoft.com/office/officeart/2005/8/layout/hierarchy2"/>
    <dgm:cxn modelId="{5B5F19EF-0BA7-4638-8314-43BCE2EBF9E8}" type="presParOf" srcId="{C59A599A-DC7E-4409-BB10-3D3A60BDD822}" destId="{5A2E1FC7-2320-4016-9212-CD2D9B74088F}" srcOrd="1" destOrd="0" presId="urn:microsoft.com/office/officeart/2005/8/layout/hierarchy2"/>
    <dgm:cxn modelId="{48078D06-4416-431B-9D12-D041910A5146}" type="presParOf" srcId="{5A2E1FC7-2320-4016-9212-CD2D9B74088F}" destId="{19C28CAE-1347-4A4E-AAA5-8195DAC4C393}" srcOrd="0" destOrd="0" presId="urn:microsoft.com/office/officeart/2005/8/layout/hierarchy2"/>
    <dgm:cxn modelId="{DAFB45A2-0DA0-4B8F-ACAF-B9AB987274A3}" type="presParOf" srcId="{19C28CAE-1347-4A4E-AAA5-8195DAC4C393}" destId="{8A6956E7-C700-48AE-BD2C-85D5529650C2}" srcOrd="0" destOrd="0" presId="urn:microsoft.com/office/officeart/2005/8/layout/hierarchy2"/>
    <dgm:cxn modelId="{1E8B11FF-663F-4D7A-8651-1009C1F1CA7E}" type="presParOf" srcId="{5A2E1FC7-2320-4016-9212-CD2D9B74088F}" destId="{DFE8A9F8-5F48-4657-A334-55C90D5C53F0}" srcOrd="1" destOrd="0" presId="urn:microsoft.com/office/officeart/2005/8/layout/hierarchy2"/>
    <dgm:cxn modelId="{A4AA15B7-EBB6-4BB2-AFAB-BEAC28FB8704}" type="presParOf" srcId="{DFE8A9F8-5F48-4657-A334-55C90D5C53F0}" destId="{07D8A845-9187-4279-9397-EE61C6ECFADE}" srcOrd="0" destOrd="0" presId="urn:microsoft.com/office/officeart/2005/8/layout/hierarchy2"/>
    <dgm:cxn modelId="{671A42D5-7BB9-4E03-B742-B915182F3832}" type="presParOf" srcId="{DFE8A9F8-5F48-4657-A334-55C90D5C53F0}" destId="{B3B1B5CE-D732-4BF5-B1E4-EE695EB9F1B8}" srcOrd="1" destOrd="0" presId="urn:microsoft.com/office/officeart/2005/8/layout/hierarchy2"/>
    <dgm:cxn modelId="{0A569F77-9D7A-4B7A-AD4B-B1F03C2BB727}" type="presParOf" srcId="{85FA4989-18BD-4418-B2F4-1CAD48234D77}" destId="{9576C888-DC79-427F-BF41-8A41B40AD27B}" srcOrd="2" destOrd="0" presId="urn:microsoft.com/office/officeart/2005/8/layout/hierarchy2"/>
    <dgm:cxn modelId="{F3B86C3A-1BFC-4DCC-A286-D5A053D4EDDA}" type="presParOf" srcId="{9576C888-DC79-427F-BF41-8A41B40AD27B}" destId="{ED12D8BC-61D7-440F-B832-0AF931063266}" srcOrd="0" destOrd="0" presId="urn:microsoft.com/office/officeart/2005/8/layout/hierarchy2"/>
    <dgm:cxn modelId="{D143E488-B11E-46D9-B5EC-DC0F470F6396}" type="presParOf" srcId="{85FA4989-18BD-4418-B2F4-1CAD48234D77}" destId="{7E24396B-8331-4912-8A81-BC382084E3F6}" srcOrd="3" destOrd="0" presId="urn:microsoft.com/office/officeart/2005/8/layout/hierarchy2"/>
    <dgm:cxn modelId="{EAC5777D-96F6-47B5-9990-066E811F7A4F}" type="presParOf" srcId="{7E24396B-8331-4912-8A81-BC382084E3F6}" destId="{6884670F-3DA4-4B3C-A147-BCB692E93F8F}" srcOrd="0" destOrd="0" presId="urn:microsoft.com/office/officeart/2005/8/layout/hierarchy2"/>
    <dgm:cxn modelId="{4A6E8EB6-AFFB-4A24-BECB-F1D3ED3A5837}" type="presParOf" srcId="{7E24396B-8331-4912-8A81-BC382084E3F6}" destId="{EFA2DCAE-6C6B-40A4-9438-157990368B16}" srcOrd="1" destOrd="0" presId="urn:microsoft.com/office/officeart/2005/8/layout/hierarchy2"/>
    <dgm:cxn modelId="{5C521F49-B3F3-4F24-87CE-C18EB95CE558}" type="presParOf" srcId="{EFA2DCAE-6C6B-40A4-9438-157990368B16}" destId="{FE2C72FB-5D00-402C-A68A-FEE19047E55B}" srcOrd="0" destOrd="0" presId="urn:microsoft.com/office/officeart/2005/8/layout/hierarchy2"/>
    <dgm:cxn modelId="{20464EEE-DCFF-4036-BFAA-771B2D08FEB6}" type="presParOf" srcId="{FE2C72FB-5D00-402C-A68A-FEE19047E55B}" destId="{582738DE-5C35-4F94-942F-6EAE4C32135B}" srcOrd="0" destOrd="0" presId="urn:microsoft.com/office/officeart/2005/8/layout/hierarchy2"/>
    <dgm:cxn modelId="{87937FA2-76BF-4359-A6E9-D4D06BD659F7}" type="presParOf" srcId="{EFA2DCAE-6C6B-40A4-9438-157990368B16}" destId="{63CEB235-FBE6-45C6-BA6C-63BBE509DE84}" srcOrd="1" destOrd="0" presId="urn:microsoft.com/office/officeart/2005/8/layout/hierarchy2"/>
    <dgm:cxn modelId="{DB28628C-EB21-46E8-B864-1871D6A2EB26}" type="presParOf" srcId="{63CEB235-FBE6-45C6-BA6C-63BBE509DE84}" destId="{513B4FEE-5CE6-43E7-B7BF-50EA94EDAFD7}" srcOrd="0" destOrd="0" presId="urn:microsoft.com/office/officeart/2005/8/layout/hierarchy2"/>
    <dgm:cxn modelId="{1B9D7B41-A714-43C0-ACE3-24063D0B3DF4}" type="presParOf" srcId="{63CEB235-FBE6-45C6-BA6C-63BBE509DE84}" destId="{D2DA03B0-4D9B-4F76-A11B-74B5C2FAC75A}" srcOrd="1" destOrd="0" presId="urn:microsoft.com/office/officeart/2005/8/layout/hierarchy2"/>
    <dgm:cxn modelId="{BEA6D813-AF25-40EB-9D53-02734C6A8C6D}" type="presParOf" srcId="{74574048-B95F-4DD7-94F8-39938341A06A}" destId="{8ABF3D82-3397-4489-BB25-5194889E780E}" srcOrd="2" destOrd="0" presId="urn:microsoft.com/office/officeart/2005/8/layout/hierarchy2"/>
    <dgm:cxn modelId="{2AAB8E37-FA49-4AA3-82CA-9426E203BCFA}" type="presParOf" srcId="{8ABF3D82-3397-4489-BB25-5194889E780E}" destId="{246E3F1C-A38D-4C0C-9990-37CCD7AE7AB3}" srcOrd="0" destOrd="0" presId="urn:microsoft.com/office/officeart/2005/8/layout/hierarchy2"/>
    <dgm:cxn modelId="{CEB382D7-8069-4092-AECE-EAF37B109EAB}" type="presParOf" srcId="{74574048-B95F-4DD7-94F8-39938341A06A}" destId="{ED7A025A-D230-48BE-B56C-CFD00DA7065E}" srcOrd="3" destOrd="0" presId="urn:microsoft.com/office/officeart/2005/8/layout/hierarchy2"/>
    <dgm:cxn modelId="{C122DD59-6345-4C2C-87EE-C21772C3C110}" type="presParOf" srcId="{ED7A025A-D230-48BE-B56C-CFD00DA7065E}" destId="{0C05D3CA-B76F-4701-A46D-EB1C6EFEC1C9}" srcOrd="0" destOrd="0" presId="urn:microsoft.com/office/officeart/2005/8/layout/hierarchy2"/>
    <dgm:cxn modelId="{8BBE5ECF-D88A-46A1-9D86-1F01A4DF8CCE}" type="presParOf" srcId="{ED7A025A-D230-48BE-B56C-CFD00DA7065E}" destId="{8D9F8AD7-6FC1-4822-9895-A19B2E532935}" srcOrd="1" destOrd="0" presId="urn:microsoft.com/office/officeart/2005/8/layout/hierarchy2"/>
    <dgm:cxn modelId="{C9282DE5-9A71-4A96-A276-1856DEBE5498}" type="presParOf" srcId="{8D9F8AD7-6FC1-4822-9895-A19B2E532935}" destId="{F1D324D6-6CA8-4A70-8521-475C6AA38298}" srcOrd="0" destOrd="0" presId="urn:microsoft.com/office/officeart/2005/8/layout/hierarchy2"/>
    <dgm:cxn modelId="{51E01011-8FE3-49F8-AE4F-BFEDFAB8E998}" type="presParOf" srcId="{F1D324D6-6CA8-4A70-8521-475C6AA38298}" destId="{7249BE79-FB04-47DC-824C-1AA0AE1BBCC3}" srcOrd="0" destOrd="0" presId="urn:microsoft.com/office/officeart/2005/8/layout/hierarchy2"/>
    <dgm:cxn modelId="{4917E6CD-BD95-4186-B1A2-D8DE10885597}" type="presParOf" srcId="{8D9F8AD7-6FC1-4822-9895-A19B2E532935}" destId="{0067AED6-C1A1-4E2A-A91B-D09167E01F5C}" srcOrd="1" destOrd="0" presId="urn:microsoft.com/office/officeart/2005/8/layout/hierarchy2"/>
    <dgm:cxn modelId="{6B1AC0D2-6F55-4E7C-B208-6678753AE9B1}" type="presParOf" srcId="{0067AED6-C1A1-4E2A-A91B-D09167E01F5C}" destId="{936E6CB8-9CC8-4979-8C33-AC19CB714A9A}" srcOrd="0" destOrd="0" presId="urn:microsoft.com/office/officeart/2005/8/layout/hierarchy2"/>
    <dgm:cxn modelId="{941BA0B7-FB51-4646-B905-9D5EEB579245}" type="presParOf" srcId="{0067AED6-C1A1-4E2A-A91B-D09167E01F5C}" destId="{F2704B0E-C36A-4A13-B9C8-77232CD5931F}" srcOrd="1" destOrd="0" presId="urn:microsoft.com/office/officeart/2005/8/layout/hierarchy2"/>
    <dgm:cxn modelId="{581A5FA2-914F-4DAE-8EE0-BC2BC79720B8}" type="presParOf" srcId="{F2704B0E-C36A-4A13-B9C8-77232CD5931F}" destId="{F3CCB4A5-C936-4EC9-A460-CC132BBC600D}" srcOrd="0" destOrd="0" presId="urn:microsoft.com/office/officeart/2005/8/layout/hierarchy2"/>
    <dgm:cxn modelId="{36B33BD4-BA56-488B-A233-27A86D2F5781}" type="presParOf" srcId="{F3CCB4A5-C936-4EC9-A460-CC132BBC600D}" destId="{BE20FADA-7AD5-474E-A4C4-646583C6D348}" srcOrd="0" destOrd="0" presId="urn:microsoft.com/office/officeart/2005/8/layout/hierarchy2"/>
    <dgm:cxn modelId="{5F8D8C7A-9E36-41CE-8642-B155DA16FC98}" type="presParOf" srcId="{F2704B0E-C36A-4A13-B9C8-77232CD5931F}" destId="{E25B97E6-D6E8-4543-942A-F26BF3D7A16F}" srcOrd="1" destOrd="0" presId="urn:microsoft.com/office/officeart/2005/8/layout/hierarchy2"/>
    <dgm:cxn modelId="{8F97AEB2-AB7E-4274-A370-A14098153740}" type="presParOf" srcId="{E25B97E6-D6E8-4543-942A-F26BF3D7A16F}" destId="{49132279-F20E-42DC-88D2-9A8D91AED191}" srcOrd="0" destOrd="0" presId="urn:microsoft.com/office/officeart/2005/8/layout/hierarchy2"/>
    <dgm:cxn modelId="{89D3F417-2EDF-4D0B-A39F-44F9725EDBDD}" type="presParOf" srcId="{E25B97E6-D6E8-4543-942A-F26BF3D7A16F}" destId="{3383855C-DB2B-4075-8190-BC18B37C8767}" srcOrd="1" destOrd="0" presId="urn:microsoft.com/office/officeart/2005/8/layout/hierarchy2"/>
    <dgm:cxn modelId="{96690971-2EAF-42AB-8AEE-4886164D8A48}" type="presParOf" srcId="{3383855C-DB2B-4075-8190-BC18B37C8767}" destId="{52875841-0556-42D1-9560-F164B9DCFABA}" srcOrd="0" destOrd="0" presId="urn:microsoft.com/office/officeart/2005/8/layout/hierarchy2"/>
    <dgm:cxn modelId="{72B1611F-833D-4AD1-8623-F075AF746138}" type="presParOf" srcId="{52875841-0556-42D1-9560-F164B9DCFABA}" destId="{D7C64326-73AD-47A7-93CA-22F40E9916F1}" srcOrd="0" destOrd="0" presId="urn:microsoft.com/office/officeart/2005/8/layout/hierarchy2"/>
    <dgm:cxn modelId="{CEC448F5-19B2-41A8-A66E-B583DB33E874}" type="presParOf" srcId="{3383855C-DB2B-4075-8190-BC18B37C8767}" destId="{F3117843-9FE3-4E3B-858A-61271954B8D3}" srcOrd="1" destOrd="0" presId="urn:microsoft.com/office/officeart/2005/8/layout/hierarchy2"/>
    <dgm:cxn modelId="{3502CBF5-CE21-4A7E-B0F1-0A994D7D8A5E}" type="presParOf" srcId="{F3117843-9FE3-4E3B-858A-61271954B8D3}" destId="{0ACA3F0E-98DB-483C-9996-77681279D7AA}" srcOrd="0" destOrd="0" presId="urn:microsoft.com/office/officeart/2005/8/layout/hierarchy2"/>
    <dgm:cxn modelId="{2548B269-9F89-4B3A-9DF1-F0A090BDB287}" type="presParOf" srcId="{F3117843-9FE3-4E3B-858A-61271954B8D3}" destId="{8A318C66-FB43-47A1-BE44-BA4A165B3C81}" srcOrd="1" destOrd="0" presId="urn:microsoft.com/office/officeart/2005/8/layout/hierarchy2"/>
    <dgm:cxn modelId="{EA45D771-BF1B-44C0-A03F-0B88FEC6CC66}" type="presParOf" srcId="{8D9F8AD7-6FC1-4822-9895-A19B2E532935}" destId="{68071844-E30D-448E-8BBD-858A588984C5}" srcOrd="2" destOrd="0" presId="urn:microsoft.com/office/officeart/2005/8/layout/hierarchy2"/>
    <dgm:cxn modelId="{E43DDACD-9F27-4474-8294-3DAF46ADE409}" type="presParOf" srcId="{68071844-E30D-448E-8BBD-858A588984C5}" destId="{582548B8-1C6C-49E7-A635-97FDC65316AF}" srcOrd="0" destOrd="0" presId="urn:microsoft.com/office/officeart/2005/8/layout/hierarchy2"/>
    <dgm:cxn modelId="{E647C77F-8337-4050-BF76-2975BBF737EF}" type="presParOf" srcId="{8D9F8AD7-6FC1-4822-9895-A19B2E532935}" destId="{E3D162FD-2AF7-4154-90B4-CC5870D4D3E4}" srcOrd="3" destOrd="0" presId="urn:microsoft.com/office/officeart/2005/8/layout/hierarchy2"/>
    <dgm:cxn modelId="{7CF60185-2CC5-4F49-BF37-412C8D8E4BA5}" type="presParOf" srcId="{E3D162FD-2AF7-4154-90B4-CC5870D4D3E4}" destId="{7C74654D-FE7B-484F-BD3E-2C6C1C17CCF8}" srcOrd="0" destOrd="0" presId="urn:microsoft.com/office/officeart/2005/8/layout/hierarchy2"/>
    <dgm:cxn modelId="{2B82EC08-0035-4D96-A23F-D8D30720AA59}" type="presParOf" srcId="{E3D162FD-2AF7-4154-90B4-CC5870D4D3E4}" destId="{3A41903E-1EB5-4659-8C98-02941F773EB5}" srcOrd="1" destOrd="0" presId="urn:microsoft.com/office/officeart/2005/8/layout/hierarchy2"/>
    <dgm:cxn modelId="{C5B14753-1BE4-4F62-98D3-C21B239A379C}" type="presParOf" srcId="{3A41903E-1EB5-4659-8C98-02941F773EB5}" destId="{E8F0F10D-3291-4F5A-ADF3-007593BB0479}" srcOrd="0" destOrd="0" presId="urn:microsoft.com/office/officeart/2005/8/layout/hierarchy2"/>
    <dgm:cxn modelId="{13A49BDC-99D1-4937-8257-9263239830A6}" type="presParOf" srcId="{E8F0F10D-3291-4F5A-ADF3-007593BB0479}" destId="{FC3C9E46-7F62-4766-833C-6544E31CC93A}" srcOrd="0" destOrd="0" presId="urn:microsoft.com/office/officeart/2005/8/layout/hierarchy2"/>
    <dgm:cxn modelId="{4ED7AE16-39A3-4300-B14D-3C0E888062D2}" type="presParOf" srcId="{3A41903E-1EB5-4659-8C98-02941F773EB5}" destId="{7D174B09-6463-4D91-AF9E-4B4619DB2FC3}" srcOrd="1" destOrd="0" presId="urn:microsoft.com/office/officeart/2005/8/layout/hierarchy2"/>
    <dgm:cxn modelId="{3293BBA5-0E15-4DE2-8138-3601B8B3639E}" type="presParOf" srcId="{7D174B09-6463-4D91-AF9E-4B4619DB2FC3}" destId="{BC4D56CF-8C0A-4622-8CE2-E03BBA935A1F}" srcOrd="0" destOrd="0" presId="urn:microsoft.com/office/officeart/2005/8/layout/hierarchy2"/>
    <dgm:cxn modelId="{12D95D8B-607A-4EE8-B3F8-0725D30D2F08}" type="presParOf" srcId="{7D174B09-6463-4D91-AF9E-4B4619DB2FC3}" destId="{C6EA2C0B-CD6F-497C-A853-A6CBD48BBE02}" srcOrd="1" destOrd="0" presId="urn:microsoft.com/office/officeart/2005/8/layout/hierarchy2"/>
    <dgm:cxn modelId="{CD2E2BC4-154C-45D0-B617-9871D3F1CBDA}" type="presParOf" srcId="{C6EA2C0B-CD6F-497C-A853-A6CBD48BBE02}" destId="{A3E4824B-BEDE-4101-B1CF-7F70EE9D9877}" srcOrd="0" destOrd="0" presId="urn:microsoft.com/office/officeart/2005/8/layout/hierarchy2"/>
    <dgm:cxn modelId="{F6F0689E-8F6D-495E-BE20-9FC0F0D169D0}" type="presParOf" srcId="{A3E4824B-BEDE-4101-B1CF-7F70EE9D9877}" destId="{04E024B2-F280-4D64-A954-11775671B454}" srcOrd="0" destOrd="0" presId="urn:microsoft.com/office/officeart/2005/8/layout/hierarchy2"/>
    <dgm:cxn modelId="{E767A2D8-D4FE-40F2-A4BC-340ADE340BE2}" type="presParOf" srcId="{C6EA2C0B-CD6F-497C-A853-A6CBD48BBE02}" destId="{F4E93AC7-FA98-4525-91D8-E478000C20C7}" srcOrd="1" destOrd="0" presId="urn:microsoft.com/office/officeart/2005/8/layout/hierarchy2"/>
    <dgm:cxn modelId="{A970D443-E1A7-4ADF-8E01-32EA53DAD4B2}" type="presParOf" srcId="{F4E93AC7-FA98-4525-91D8-E478000C20C7}" destId="{8CF22497-33C5-4B2B-A9DE-0CA5E73A37B9}" srcOrd="0" destOrd="0" presId="urn:microsoft.com/office/officeart/2005/8/layout/hierarchy2"/>
    <dgm:cxn modelId="{1D7AED3C-1380-4734-8B30-B6E19CE89FD4}" type="presParOf" srcId="{F4E93AC7-FA98-4525-91D8-E478000C20C7}" destId="{27465F17-E314-4CCE-9002-3EA22D996D3B}" srcOrd="1" destOrd="0" presId="urn:microsoft.com/office/officeart/2005/8/layout/hierarchy2"/>
    <dgm:cxn modelId="{624CA251-BCC7-49B8-ABAC-46EBC32E18FD}" type="presParOf" srcId="{27465F17-E314-4CCE-9002-3EA22D996D3B}" destId="{887CED89-87E4-4BF6-BBDE-92F6331E4E55}" srcOrd="0" destOrd="0" presId="urn:microsoft.com/office/officeart/2005/8/layout/hierarchy2"/>
    <dgm:cxn modelId="{ADCF12F1-4F2F-44B1-9C66-90785CDCB34C}" type="presParOf" srcId="{887CED89-87E4-4BF6-BBDE-92F6331E4E55}" destId="{30504A3B-DD98-495C-A848-D6E8264254D0}" srcOrd="0" destOrd="0" presId="urn:microsoft.com/office/officeart/2005/8/layout/hierarchy2"/>
    <dgm:cxn modelId="{617B0C11-5A3B-44B4-B97F-8E7B0FDB0DCA}" type="presParOf" srcId="{27465F17-E314-4CCE-9002-3EA22D996D3B}" destId="{E0F440A1-48CB-41EA-9033-18E856CF4D15}" srcOrd="1" destOrd="0" presId="urn:microsoft.com/office/officeart/2005/8/layout/hierarchy2"/>
    <dgm:cxn modelId="{9BDB77FF-FEC1-472C-AE6F-34B973FD89F4}" type="presParOf" srcId="{E0F440A1-48CB-41EA-9033-18E856CF4D15}" destId="{9AF64D39-C3CD-4E09-A69F-5108B6BA247A}" srcOrd="0" destOrd="0" presId="urn:microsoft.com/office/officeart/2005/8/layout/hierarchy2"/>
    <dgm:cxn modelId="{7042FA32-9902-4D82-B1B0-7FCAB5426C61}" type="presParOf" srcId="{E0F440A1-48CB-41EA-9033-18E856CF4D15}" destId="{9DD58E8A-7E21-4FC2-A2B8-D2BC2DF11E21}" srcOrd="1" destOrd="0" presId="urn:microsoft.com/office/officeart/2005/8/layout/hierarchy2"/>
    <dgm:cxn modelId="{B00919AE-5614-4E77-9DDE-7C874B20E36B}" type="presParOf" srcId="{C6EA2C0B-CD6F-497C-A853-A6CBD48BBE02}" destId="{25209357-8DC4-4BEF-BB20-67CE57C72B38}" srcOrd="2" destOrd="0" presId="urn:microsoft.com/office/officeart/2005/8/layout/hierarchy2"/>
    <dgm:cxn modelId="{8E266EF1-2585-4763-A3AB-AE794CA9F98E}" type="presParOf" srcId="{25209357-8DC4-4BEF-BB20-67CE57C72B38}" destId="{7BBF4F10-FAF9-4CF2-A1C6-C15839EEB7E3}" srcOrd="0" destOrd="0" presId="urn:microsoft.com/office/officeart/2005/8/layout/hierarchy2"/>
    <dgm:cxn modelId="{47160124-0336-4D45-9A8D-3E1088E18252}" type="presParOf" srcId="{C6EA2C0B-CD6F-497C-A853-A6CBD48BBE02}" destId="{ABA8D376-52EA-4A7D-AF28-D5590526197C}" srcOrd="3" destOrd="0" presId="urn:microsoft.com/office/officeart/2005/8/layout/hierarchy2"/>
    <dgm:cxn modelId="{BE915E16-0D9F-411A-A752-0F9B1DDD5196}" type="presParOf" srcId="{ABA8D376-52EA-4A7D-AF28-D5590526197C}" destId="{3598F4B8-4B09-4FED-A019-9289304E69EB}" srcOrd="0" destOrd="0" presId="urn:microsoft.com/office/officeart/2005/8/layout/hierarchy2"/>
    <dgm:cxn modelId="{AFBE15B6-C9F9-4E6E-A48C-F2D20CA9B087}" type="presParOf" srcId="{ABA8D376-52EA-4A7D-AF28-D5590526197C}" destId="{80F2472F-B01E-44FA-9B39-2849F1322F5C}" srcOrd="1" destOrd="0" presId="urn:microsoft.com/office/officeart/2005/8/layout/hierarchy2"/>
    <dgm:cxn modelId="{26B6B158-B4E1-46E0-9C8F-6582605F4C16}" type="presParOf" srcId="{80F2472F-B01E-44FA-9B39-2849F1322F5C}" destId="{50CC824E-0166-4CD7-9FE5-744825084D3F}" srcOrd="0" destOrd="0" presId="urn:microsoft.com/office/officeart/2005/8/layout/hierarchy2"/>
    <dgm:cxn modelId="{D8B0583F-0BF5-4547-9F16-5DBCC36F68C8}" type="presParOf" srcId="{50CC824E-0166-4CD7-9FE5-744825084D3F}" destId="{59BFEBE9-A229-429A-92FD-D95D764E315B}" srcOrd="0" destOrd="0" presId="urn:microsoft.com/office/officeart/2005/8/layout/hierarchy2"/>
    <dgm:cxn modelId="{3B01297E-6617-477B-B707-92B23BA2F45C}" type="presParOf" srcId="{80F2472F-B01E-44FA-9B39-2849F1322F5C}" destId="{C2460703-C36D-4FA0-B02E-757770B83B0B}" srcOrd="1" destOrd="0" presId="urn:microsoft.com/office/officeart/2005/8/layout/hierarchy2"/>
    <dgm:cxn modelId="{E67853B4-669F-410D-86E1-74A734A0BB9A}" type="presParOf" srcId="{C2460703-C36D-4FA0-B02E-757770B83B0B}" destId="{B9F5E552-9AD4-4A8E-8409-2D58524DD426}" srcOrd="0" destOrd="0" presId="urn:microsoft.com/office/officeart/2005/8/layout/hierarchy2"/>
    <dgm:cxn modelId="{8468FA9F-46B1-4959-ABDE-595BF394DDF6}" type="presParOf" srcId="{C2460703-C36D-4FA0-B02E-757770B83B0B}" destId="{94ECEC7D-E4C3-4AA9-B93A-C6428F2AD874}" srcOrd="1" destOrd="0" presId="urn:microsoft.com/office/officeart/2005/8/layout/hierarchy2"/>
    <dgm:cxn modelId="{6D2281C4-3A9C-4A11-99A0-78A77E7EE3F1}" type="presParOf" srcId="{C69D656E-AF01-4E3A-8915-D33178A4EE5D}" destId="{D99C7239-B1BC-4DD1-BEE4-C1419F17E521}" srcOrd="2" destOrd="0" presId="urn:microsoft.com/office/officeart/2005/8/layout/hierarchy2"/>
    <dgm:cxn modelId="{642CEF52-A27F-48A3-A0BF-C411329EE2A0}" type="presParOf" srcId="{D99C7239-B1BC-4DD1-BEE4-C1419F17E521}" destId="{5D5A31E1-9F3A-4B28-BE33-E74DA2FA6F2A}" srcOrd="0" destOrd="0" presId="urn:microsoft.com/office/officeart/2005/8/layout/hierarchy2"/>
    <dgm:cxn modelId="{321C9D06-1DC6-4D19-B464-1D41CC8186A8}" type="presParOf" srcId="{C69D656E-AF01-4E3A-8915-D33178A4EE5D}" destId="{630C0DB9-D68E-4237-906F-0099D1D903A0}" srcOrd="3" destOrd="0" presId="urn:microsoft.com/office/officeart/2005/8/layout/hierarchy2"/>
    <dgm:cxn modelId="{760F786A-01F8-4F99-ACAD-4BFCD789B69B}" type="presParOf" srcId="{630C0DB9-D68E-4237-906F-0099D1D903A0}" destId="{4C84E876-D9DE-4702-BC52-953C0B487E35}" srcOrd="0" destOrd="0" presId="urn:microsoft.com/office/officeart/2005/8/layout/hierarchy2"/>
    <dgm:cxn modelId="{E2407AF6-3AF9-4753-A833-8ED8DC6FAC51}" type="presParOf" srcId="{630C0DB9-D68E-4237-906F-0099D1D903A0}" destId="{C9FB7A5C-9F95-4613-8F21-44CCF66823C5}" srcOrd="1" destOrd="0" presId="urn:microsoft.com/office/officeart/2005/8/layout/hierarchy2"/>
    <dgm:cxn modelId="{23693822-48F3-4826-A9C9-C10CAD49557F}" type="presParOf" srcId="{C9FB7A5C-9F95-4613-8F21-44CCF66823C5}" destId="{41B12D98-42E7-4D01-8125-E3F46716980E}" srcOrd="0" destOrd="0" presId="urn:microsoft.com/office/officeart/2005/8/layout/hierarchy2"/>
    <dgm:cxn modelId="{002541A5-C619-4859-8CAE-C2B9ED0771AE}" type="presParOf" srcId="{41B12D98-42E7-4D01-8125-E3F46716980E}" destId="{C9969760-5125-412A-97FD-7C5E4F216DD1}" srcOrd="0" destOrd="0" presId="urn:microsoft.com/office/officeart/2005/8/layout/hierarchy2"/>
    <dgm:cxn modelId="{71B22F69-2473-4864-B144-9F8AC1B0B3E1}" type="presParOf" srcId="{C9FB7A5C-9F95-4613-8F21-44CCF66823C5}" destId="{59270CED-B994-4B04-8FA9-A9CD4EFC1194}" srcOrd="1" destOrd="0" presId="urn:microsoft.com/office/officeart/2005/8/layout/hierarchy2"/>
    <dgm:cxn modelId="{6FA1B3C6-6B43-4A9C-8D99-281A79E1FF07}" type="presParOf" srcId="{59270CED-B994-4B04-8FA9-A9CD4EFC1194}" destId="{BD743C42-3293-4686-B7A3-584FD00DA0FF}" srcOrd="0" destOrd="0" presId="urn:microsoft.com/office/officeart/2005/8/layout/hierarchy2"/>
    <dgm:cxn modelId="{6CF1B6C5-1FAC-46D2-9C0F-58D8F3C68840}" type="presParOf" srcId="{59270CED-B994-4B04-8FA9-A9CD4EFC1194}" destId="{CBEE22C1-02A3-4B5E-BDC7-2CC13A47747A}" srcOrd="1" destOrd="0" presId="urn:microsoft.com/office/officeart/2005/8/layout/hierarchy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56847AC1-4DEC-3742-B84F-031D7178906A}" type="doc">
      <dgm:prSet loTypeId="urn:microsoft.com/office/officeart/2005/8/layout/pList2" loCatId="" qsTypeId="urn:microsoft.com/office/officeart/2005/8/quickstyle/simple1" qsCatId="simple" csTypeId="urn:microsoft.com/office/officeart/2005/8/colors/accent1_2" csCatId="accent1" phldr="1"/>
      <dgm:spPr/>
      <dgm:t>
        <a:bodyPr/>
        <a:lstStyle/>
        <a:p>
          <a:endParaRPr lang="en-US"/>
        </a:p>
      </dgm:t>
    </dgm:pt>
    <dgm:pt modelId="{17597248-53B5-674A-BFF2-4FCB0A988AEA}">
      <dgm:prSet phldrT="[Text]"/>
      <dgm:spPr>
        <a:solidFill>
          <a:schemeClr val="accent2"/>
        </a:solidFill>
      </dgm:spPr>
      <dgm:t>
        <a:bodyPr/>
        <a:lstStyle/>
        <a:p>
          <a:r>
            <a:rPr lang="en-US" dirty="0"/>
            <a:t>Fentanyl</a:t>
          </a:r>
        </a:p>
      </dgm:t>
    </dgm:pt>
    <dgm:pt modelId="{8FBD4B3C-07F9-8344-93C2-5CB8E7747449}" type="parTrans" cxnId="{31567532-F623-7048-8570-2C6DCA2D7037}">
      <dgm:prSet/>
      <dgm:spPr/>
      <dgm:t>
        <a:bodyPr/>
        <a:lstStyle/>
        <a:p>
          <a:endParaRPr lang="en-US"/>
        </a:p>
      </dgm:t>
    </dgm:pt>
    <dgm:pt modelId="{81F59B49-DC75-0E47-8BB8-DCBC646EB85C}" type="sibTrans" cxnId="{31567532-F623-7048-8570-2C6DCA2D7037}">
      <dgm:prSet/>
      <dgm:spPr/>
      <dgm:t>
        <a:bodyPr/>
        <a:lstStyle/>
        <a:p>
          <a:endParaRPr lang="en-US"/>
        </a:p>
      </dgm:t>
    </dgm:pt>
    <dgm:pt modelId="{176EA831-F0D0-5341-8C76-CB17AA40C119}">
      <dgm:prSet phldrT="[Text]"/>
      <dgm:spPr/>
      <dgm:t>
        <a:bodyPr/>
        <a:lstStyle/>
        <a:p>
          <a:r>
            <a:rPr lang="en-US" dirty="0"/>
            <a:t>Prescription Opioid </a:t>
          </a:r>
        </a:p>
      </dgm:t>
    </dgm:pt>
    <dgm:pt modelId="{F8B66BD7-D51D-4649-9CBB-70E8807F2E1F}" type="parTrans" cxnId="{FAABD8CA-C6FA-FE40-AB91-847F566F8088}">
      <dgm:prSet/>
      <dgm:spPr/>
      <dgm:t>
        <a:bodyPr/>
        <a:lstStyle/>
        <a:p>
          <a:endParaRPr lang="en-US"/>
        </a:p>
      </dgm:t>
    </dgm:pt>
    <dgm:pt modelId="{DD7839AE-6FDC-7344-8146-C8B99253A29B}" type="sibTrans" cxnId="{FAABD8CA-C6FA-FE40-AB91-847F566F8088}">
      <dgm:prSet/>
      <dgm:spPr/>
      <dgm:t>
        <a:bodyPr/>
        <a:lstStyle/>
        <a:p>
          <a:endParaRPr lang="en-US"/>
        </a:p>
      </dgm:t>
    </dgm:pt>
    <dgm:pt modelId="{8A611E72-090D-C44C-8E66-7FC7BEAC6A12}">
      <dgm:prSet phldrT="[Text]"/>
      <dgm:spPr>
        <a:solidFill>
          <a:schemeClr val="accent3"/>
        </a:solidFill>
      </dgm:spPr>
      <dgm:t>
        <a:bodyPr/>
        <a:lstStyle/>
        <a:p>
          <a:r>
            <a:rPr lang="en-US" dirty="0"/>
            <a:t>Opioid negative (but </a:t>
          </a:r>
          <a:r>
            <a:rPr lang="en-US" dirty="0" err="1"/>
            <a:t>hx</a:t>
          </a:r>
          <a:r>
            <a:rPr lang="en-US"/>
            <a:t> of OUD)</a:t>
          </a:r>
        </a:p>
      </dgm:t>
    </dgm:pt>
    <dgm:pt modelId="{184D11D6-651A-8F42-937B-23C1B3B20134}" type="parTrans" cxnId="{2278B7D6-51D5-C84C-83EC-4F187CF05997}">
      <dgm:prSet/>
      <dgm:spPr/>
      <dgm:t>
        <a:bodyPr/>
        <a:lstStyle/>
        <a:p>
          <a:endParaRPr lang="en-US"/>
        </a:p>
      </dgm:t>
    </dgm:pt>
    <dgm:pt modelId="{162C9881-CDC5-5047-8291-A12D4245BE30}" type="sibTrans" cxnId="{2278B7D6-51D5-C84C-83EC-4F187CF05997}">
      <dgm:prSet/>
      <dgm:spPr/>
      <dgm:t>
        <a:bodyPr/>
        <a:lstStyle/>
        <a:p>
          <a:endParaRPr lang="en-US"/>
        </a:p>
      </dgm:t>
    </dgm:pt>
    <dgm:pt modelId="{F58A1539-814F-BF48-8234-2523F943A2FA}" type="pres">
      <dgm:prSet presAssocID="{56847AC1-4DEC-3742-B84F-031D7178906A}" presName="Name0" presStyleCnt="0">
        <dgm:presLayoutVars>
          <dgm:dir/>
          <dgm:resizeHandles val="exact"/>
        </dgm:presLayoutVars>
      </dgm:prSet>
      <dgm:spPr/>
    </dgm:pt>
    <dgm:pt modelId="{0FCCB6DD-4DEF-504E-9F0B-6816702CB68D}" type="pres">
      <dgm:prSet presAssocID="{56847AC1-4DEC-3742-B84F-031D7178906A}" presName="bkgdShp" presStyleLbl="alignAccFollowNode1" presStyleIdx="0" presStyleCnt="1"/>
      <dgm:spPr/>
    </dgm:pt>
    <dgm:pt modelId="{2A5946B8-C68F-1A45-A313-A7468DFFE419}" type="pres">
      <dgm:prSet presAssocID="{56847AC1-4DEC-3742-B84F-031D7178906A}" presName="linComp" presStyleCnt="0"/>
      <dgm:spPr/>
    </dgm:pt>
    <dgm:pt modelId="{CEB2A561-105E-E04D-89CD-1911FC247459}" type="pres">
      <dgm:prSet presAssocID="{17597248-53B5-674A-BFF2-4FCB0A988AEA}" presName="compNode" presStyleCnt="0"/>
      <dgm:spPr/>
    </dgm:pt>
    <dgm:pt modelId="{38B5B426-7C12-B84E-889E-202BA5D8F0D3}" type="pres">
      <dgm:prSet presAssocID="{17597248-53B5-674A-BFF2-4FCB0A988AEA}" presName="node" presStyleLbl="node1" presStyleIdx="0" presStyleCnt="3">
        <dgm:presLayoutVars>
          <dgm:bulletEnabled val="1"/>
        </dgm:presLayoutVars>
      </dgm:prSet>
      <dgm:spPr/>
    </dgm:pt>
    <dgm:pt modelId="{B5680C18-FEA9-0B48-85EB-1AD7BE1DA397}" type="pres">
      <dgm:prSet presAssocID="{17597248-53B5-674A-BFF2-4FCB0A988AEA}" presName="invisiNode" presStyleLbl="node1" presStyleIdx="0" presStyleCnt="3"/>
      <dgm:spPr/>
    </dgm:pt>
    <dgm:pt modelId="{5B7EC9E4-6111-2242-9CA6-40B2C56269C1}" type="pres">
      <dgm:prSet presAssocID="{17597248-53B5-674A-BFF2-4FCB0A988AEA}" presName="imagNode" presStyleLbl="fgImgPlace1" presStyleIdx="0" presStyleCnt="3"/>
      <dgm:spPr>
        <a:blipFill>
          <a:blip xmlns:r="http://schemas.openxmlformats.org/officeDocument/2006/relationships">
            <a:extLst>
              <a:ext uri="{96DAC541-7B7A-43D3-8B79-37D633B846F1}">
                <asvg:svgBlip xmlns:asvg="http://schemas.microsoft.com/office/drawing/2016/SVG/main" r:embed="rId1"/>
              </a:ext>
            </a:extLst>
          </a:blip>
          <a:srcRect/>
          <a:stretch>
            <a:fillRect t="-17000" b="-17000"/>
          </a:stretch>
        </a:blipFill>
      </dgm:spPr>
      <dgm:extLst>
        <a:ext uri="{E40237B7-FDA0-4F09-8148-C483321AD2D9}">
          <dgm14:cNvPr xmlns:dgm14="http://schemas.microsoft.com/office/drawing/2010/diagram" id="0" name="" descr="Badge 1 outline"/>
        </a:ext>
      </dgm:extLst>
    </dgm:pt>
    <dgm:pt modelId="{BF6748DC-3C53-904B-A547-456CA09C3DC7}" type="pres">
      <dgm:prSet presAssocID="{81F59B49-DC75-0E47-8BB8-DCBC646EB85C}" presName="sibTrans" presStyleLbl="sibTrans2D1" presStyleIdx="0" presStyleCnt="0"/>
      <dgm:spPr/>
    </dgm:pt>
    <dgm:pt modelId="{08A6AE94-04BF-0340-BBBB-FFB1383FDA4B}" type="pres">
      <dgm:prSet presAssocID="{176EA831-F0D0-5341-8C76-CB17AA40C119}" presName="compNode" presStyleCnt="0"/>
      <dgm:spPr/>
    </dgm:pt>
    <dgm:pt modelId="{6A239722-CE46-A348-BAE1-53A304F71E9F}" type="pres">
      <dgm:prSet presAssocID="{176EA831-F0D0-5341-8C76-CB17AA40C119}" presName="node" presStyleLbl="node1" presStyleIdx="1" presStyleCnt="3">
        <dgm:presLayoutVars>
          <dgm:bulletEnabled val="1"/>
        </dgm:presLayoutVars>
      </dgm:prSet>
      <dgm:spPr/>
    </dgm:pt>
    <dgm:pt modelId="{C0D1D122-AF76-CD44-BA37-D855C19B2569}" type="pres">
      <dgm:prSet presAssocID="{176EA831-F0D0-5341-8C76-CB17AA40C119}" presName="invisiNode" presStyleLbl="node1" presStyleIdx="1" presStyleCnt="3"/>
      <dgm:spPr/>
    </dgm:pt>
    <dgm:pt modelId="{EDCFCD52-53B9-FE4B-8B9A-A1F25D383E73}" type="pres">
      <dgm:prSet presAssocID="{176EA831-F0D0-5341-8C76-CB17AA40C119}" presName="imagNode" presStyleLbl="fgImgPlace1" presStyleIdx="1" presStyleCnt="3"/>
      <dgm:spPr>
        <a:blipFill>
          <a:blip xmlns:r="http://schemas.openxmlformats.org/officeDocument/2006/relationships">
            <a:extLst>
              <a:ext uri="{96DAC541-7B7A-43D3-8B79-37D633B846F1}">
                <asvg:svgBlip xmlns:asvg="http://schemas.microsoft.com/office/drawing/2016/SVG/main" r:embed="rId2"/>
              </a:ext>
            </a:extLst>
          </a:blip>
          <a:srcRect/>
          <a:stretch>
            <a:fillRect t="-17000" b="-17000"/>
          </a:stretch>
        </a:blipFill>
      </dgm:spPr>
      <dgm:extLst>
        <a:ext uri="{E40237B7-FDA0-4F09-8148-C483321AD2D9}">
          <dgm14:cNvPr xmlns:dgm14="http://schemas.microsoft.com/office/drawing/2010/diagram" id="0" name="" descr="Badge outline"/>
        </a:ext>
      </dgm:extLst>
    </dgm:pt>
    <dgm:pt modelId="{09777963-8482-C94D-999F-B6FC323DCA1C}" type="pres">
      <dgm:prSet presAssocID="{DD7839AE-6FDC-7344-8146-C8B99253A29B}" presName="sibTrans" presStyleLbl="sibTrans2D1" presStyleIdx="0" presStyleCnt="0"/>
      <dgm:spPr/>
    </dgm:pt>
    <dgm:pt modelId="{B5874D8E-1AA1-884B-9FC8-9E71EDD1AA29}" type="pres">
      <dgm:prSet presAssocID="{8A611E72-090D-C44C-8E66-7FC7BEAC6A12}" presName="compNode" presStyleCnt="0"/>
      <dgm:spPr/>
    </dgm:pt>
    <dgm:pt modelId="{7A8FA18F-7507-A74B-BB16-D27D0619FBAB}" type="pres">
      <dgm:prSet presAssocID="{8A611E72-090D-C44C-8E66-7FC7BEAC6A12}" presName="node" presStyleLbl="node1" presStyleIdx="2" presStyleCnt="3">
        <dgm:presLayoutVars>
          <dgm:bulletEnabled val="1"/>
        </dgm:presLayoutVars>
      </dgm:prSet>
      <dgm:spPr/>
    </dgm:pt>
    <dgm:pt modelId="{ECF67FFD-B2BE-EB46-9BC5-6511BDA3EFF2}" type="pres">
      <dgm:prSet presAssocID="{8A611E72-090D-C44C-8E66-7FC7BEAC6A12}" presName="invisiNode" presStyleLbl="node1" presStyleIdx="2" presStyleCnt="3"/>
      <dgm:spPr/>
    </dgm:pt>
    <dgm:pt modelId="{F708D6B2-3DFC-AF48-8AA5-DF92A043B077}" type="pres">
      <dgm:prSet presAssocID="{8A611E72-090D-C44C-8E66-7FC7BEAC6A12}" presName="imagNode" presStyleLbl="fgImgPlace1" presStyleIdx="2" presStyleCnt="3"/>
      <dgm:spPr>
        <a:blipFill>
          <a:blip xmlns:r="http://schemas.openxmlformats.org/officeDocument/2006/relationships">
            <a:extLst>
              <a:ext uri="{96DAC541-7B7A-43D3-8B79-37D633B846F1}">
                <asvg:svgBlip xmlns:asvg="http://schemas.microsoft.com/office/drawing/2016/SVG/main" r:embed="rId3"/>
              </a:ext>
            </a:extLst>
          </a:blip>
          <a:srcRect/>
          <a:stretch>
            <a:fillRect t="-17000" b="-17000"/>
          </a:stretch>
        </a:blipFill>
      </dgm:spPr>
      <dgm:extLst>
        <a:ext uri="{E40237B7-FDA0-4F09-8148-C483321AD2D9}">
          <dgm14:cNvPr xmlns:dgm14="http://schemas.microsoft.com/office/drawing/2010/diagram" id="0" name="" descr="Badge 3 outline"/>
        </a:ext>
      </dgm:extLst>
    </dgm:pt>
  </dgm:ptLst>
  <dgm:cxnLst>
    <dgm:cxn modelId="{31567532-F623-7048-8570-2C6DCA2D7037}" srcId="{56847AC1-4DEC-3742-B84F-031D7178906A}" destId="{17597248-53B5-674A-BFF2-4FCB0A988AEA}" srcOrd="0" destOrd="0" parTransId="{8FBD4B3C-07F9-8344-93C2-5CB8E7747449}" sibTransId="{81F59B49-DC75-0E47-8BB8-DCBC646EB85C}"/>
    <dgm:cxn modelId="{7CE2C536-359E-5144-9D60-382EFF5FF155}" type="presOf" srcId="{8A611E72-090D-C44C-8E66-7FC7BEAC6A12}" destId="{7A8FA18F-7507-A74B-BB16-D27D0619FBAB}" srcOrd="0" destOrd="0" presId="urn:microsoft.com/office/officeart/2005/8/layout/pList2"/>
    <dgm:cxn modelId="{F21D323E-2EFE-BB40-A7F8-AACE4EBB1F70}" type="presOf" srcId="{81F59B49-DC75-0E47-8BB8-DCBC646EB85C}" destId="{BF6748DC-3C53-904B-A547-456CA09C3DC7}" srcOrd="0" destOrd="0" presId="urn:microsoft.com/office/officeart/2005/8/layout/pList2"/>
    <dgm:cxn modelId="{E72E3C5A-63DE-CB43-BF03-4932E85CC959}" type="presOf" srcId="{56847AC1-4DEC-3742-B84F-031D7178906A}" destId="{F58A1539-814F-BF48-8234-2523F943A2FA}" srcOrd="0" destOrd="0" presId="urn:microsoft.com/office/officeart/2005/8/layout/pList2"/>
    <dgm:cxn modelId="{10DBD081-739B-3043-B213-43BC4BE78F06}" type="presOf" srcId="{176EA831-F0D0-5341-8C76-CB17AA40C119}" destId="{6A239722-CE46-A348-BAE1-53A304F71E9F}" srcOrd="0" destOrd="0" presId="urn:microsoft.com/office/officeart/2005/8/layout/pList2"/>
    <dgm:cxn modelId="{CFC75FA4-311C-2642-9F02-72704255371C}" type="presOf" srcId="{17597248-53B5-674A-BFF2-4FCB0A988AEA}" destId="{38B5B426-7C12-B84E-889E-202BA5D8F0D3}" srcOrd="0" destOrd="0" presId="urn:microsoft.com/office/officeart/2005/8/layout/pList2"/>
    <dgm:cxn modelId="{FAABD8CA-C6FA-FE40-AB91-847F566F8088}" srcId="{56847AC1-4DEC-3742-B84F-031D7178906A}" destId="{176EA831-F0D0-5341-8C76-CB17AA40C119}" srcOrd="1" destOrd="0" parTransId="{F8B66BD7-D51D-4649-9CBB-70E8807F2E1F}" sibTransId="{DD7839AE-6FDC-7344-8146-C8B99253A29B}"/>
    <dgm:cxn modelId="{2278B7D6-51D5-C84C-83EC-4F187CF05997}" srcId="{56847AC1-4DEC-3742-B84F-031D7178906A}" destId="{8A611E72-090D-C44C-8E66-7FC7BEAC6A12}" srcOrd="2" destOrd="0" parTransId="{184D11D6-651A-8F42-937B-23C1B3B20134}" sibTransId="{162C9881-CDC5-5047-8291-A12D4245BE30}"/>
    <dgm:cxn modelId="{54654DF2-F381-5B4B-BE99-A30D00322E95}" type="presOf" srcId="{DD7839AE-6FDC-7344-8146-C8B99253A29B}" destId="{09777963-8482-C94D-999F-B6FC323DCA1C}" srcOrd="0" destOrd="0" presId="urn:microsoft.com/office/officeart/2005/8/layout/pList2"/>
    <dgm:cxn modelId="{2197EE93-99CD-CB44-B693-494D0E272D1F}" type="presParOf" srcId="{F58A1539-814F-BF48-8234-2523F943A2FA}" destId="{0FCCB6DD-4DEF-504E-9F0B-6816702CB68D}" srcOrd="0" destOrd="0" presId="urn:microsoft.com/office/officeart/2005/8/layout/pList2"/>
    <dgm:cxn modelId="{2048FDF9-ABD4-7144-8C10-97F6313E0E7B}" type="presParOf" srcId="{F58A1539-814F-BF48-8234-2523F943A2FA}" destId="{2A5946B8-C68F-1A45-A313-A7468DFFE419}" srcOrd="1" destOrd="0" presId="urn:microsoft.com/office/officeart/2005/8/layout/pList2"/>
    <dgm:cxn modelId="{330943A2-C013-9043-A66C-94B029F15C9B}" type="presParOf" srcId="{2A5946B8-C68F-1A45-A313-A7468DFFE419}" destId="{CEB2A561-105E-E04D-89CD-1911FC247459}" srcOrd="0" destOrd="0" presId="urn:microsoft.com/office/officeart/2005/8/layout/pList2"/>
    <dgm:cxn modelId="{6275F507-3325-E346-8F91-707D54BB056B}" type="presParOf" srcId="{CEB2A561-105E-E04D-89CD-1911FC247459}" destId="{38B5B426-7C12-B84E-889E-202BA5D8F0D3}" srcOrd="0" destOrd="0" presId="urn:microsoft.com/office/officeart/2005/8/layout/pList2"/>
    <dgm:cxn modelId="{61B6FBD1-F8AD-2E43-9984-547FE9C7655F}" type="presParOf" srcId="{CEB2A561-105E-E04D-89CD-1911FC247459}" destId="{B5680C18-FEA9-0B48-85EB-1AD7BE1DA397}" srcOrd="1" destOrd="0" presId="urn:microsoft.com/office/officeart/2005/8/layout/pList2"/>
    <dgm:cxn modelId="{21B5AEE8-385D-4D4C-B4BA-DDD10B974285}" type="presParOf" srcId="{CEB2A561-105E-E04D-89CD-1911FC247459}" destId="{5B7EC9E4-6111-2242-9CA6-40B2C56269C1}" srcOrd="2" destOrd="0" presId="urn:microsoft.com/office/officeart/2005/8/layout/pList2"/>
    <dgm:cxn modelId="{2C876910-3ED2-9A4E-976B-806095D5801D}" type="presParOf" srcId="{2A5946B8-C68F-1A45-A313-A7468DFFE419}" destId="{BF6748DC-3C53-904B-A547-456CA09C3DC7}" srcOrd="1" destOrd="0" presId="urn:microsoft.com/office/officeart/2005/8/layout/pList2"/>
    <dgm:cxn modelId="{5D1DC6B8-9C51-1047-BFDF-A0BC6595C82F}" type="presParOf" srcId="{2A5946B8-C68F-1A45-A313-A7468DFFE419}" destId="{08A6AE94-04BF-0340-BBBB-FFB1383FDA4B}" srcOrd="2" destOrd="0" presId="urn:microsoft.com/office/officeart/2005/8/layout/pList2"/>
    <dgm:cxn modelId="{97D17AA3-6F8D-6243-8EBE-3839E1939CA4}" type="presParOf" srcId="{08A6AE94-04BF-0340-BBBB-FFB1383FDA4B}" destId="{6A239722-CE46-A348-BAE1-53A304F71E9F}" srcOrd="0" destOrd="0" presId="urn:microsoft.com/office/officeart/2005/8/layout/pList2"/>
    <dgm:cxn modelId="{8DE6E6EF-16FA-0846-A876-C2871FF5B42B}" type="presParOf" srcId="{08A6AE94-04BF-0340-BBBB-FFB1383FDA4B}" destId="{C0D1D122-AF76-CD44-BA37-D855C19B2569}" srcOrd="1" destOrd="0" presId="urn:microsoft.com/office/officeart/2005/8/layout/pList2"/>
    <dgm:cxn modelId="{01BD2FD1-0CB1-CC46-A0E8-27D703D0BB82}" type="presParOf" srcId="{08A6AE94-04BF-0340-BBBB-FFB1383FDA4B}" destId="{EDCFCD52-53B9-FE4B-8B9A-A1F25D383E73}" srcOrd="2" destOrd="0" presId="urn:microsoft.com/office/officeart/2005/8/layout/pList2"/>
    <dgm:cxn modelId="{14929E5E-501B-AF4F-A894-D4FD2593851B}" type="presParOf" srcId="{2A5946B8-C68F-1A45-A313-A7468DFFE419}" destId="{09777963-8482-C94D-999F-B6FC323DCA1C}" srcOrd="3" destOrd="0" presId="urn:microsoft.com/office/officeart/2005/8/layout/pList2"/>
    <dgm:cxn modelId="{BC048156-1F76-5841-8A25-EE4A613BE405}" type="presParOf" srcId="{2A5946B8-C68F-1A45-A313-A7468DFFE419}" destId="{B5874D8E-1AA1-884B-9FC8-9E71EDD1AA29}" srcOrd="4" destOrd="0" presId="urn:microsoft.com/office/officeart/2005/8/layout/pList2"/>
    <dgm:cxn modelId="{BD9E6C1E-0C72-8943-B718-5B7FC218C33D}" type="presParOf" srcId="{B5874D8E-1AA1-884B-9FC8-9E71EDD1AA29}" destId="{7A8FA18F-7507-A74B-BB16-D27D0619FBAB}" srcOrd="0" destOrd="0" presId="urn:microsoft.com/office/officeart/2005/8/layout/pList2"/>
    <dgm:cxn modelId="{92D90CB5-DB02-9E47-AE77-220AD905E580}" type="presParOf" srcId="{B5874D8E-1AA1-884B-9FC8-9E71EDD1AA29}" destId="{ECF67FFD-B2BE-EB46-9BC5-6511BDA3EFF2}" srcOrd="1" destOrd="0" presId="urn:microsoft.com/office/officeart/2005/8/layout/pList2"/>
    <dgm:cxn modelId="{8441919D-47A5-C445-8C40-6ECF397081C4}" type="presParOf" srcId="{B5874D8E-1AA1-884B-9FC8-9E71EDD1AA29}" destId="{F708D6B2-3DFC-AF48-8AA5-DF92A043B077}" srcOrd="2" destOrd="0" presId="urn:microsoft.com/office/officeart/2005/8/layout/p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56847AC1-4DEC-3742-B84F-031D7178906A}" type="doc">
      <dgm:prSet loTypeId="urn:microsoft.com/office/officeart/2005/8/layout/pList2" loCatId="" qsTypeId="urn:microsoft.com/office/officeart/2005/8/quickstyle/simple1" qsCatId="simple" csTypeId="urn:microsoft.com/office/officeart/2005/8/colors/accent1_2" csCatId="accent1" phldr="1"/>
      <dgm:spPr/>
      <dgm:t>
        <a:bodyPr/>
        <a:lstStyle/>
        <a:p>
          <a:endParaRPr lang="en-US"/>
        </a:p>
      </dgm:t>
    </dgm:pt>
    <dgm:pt modelId="{17597248-53B5-674A-BFF2-4FCB0A988AEA}">
      <dgm:prSet phldrT="[Text]" custT="1"/>
      <dgm:spPr>
        <a:solidFill>
          <a:schemeClr val="accent2"/>
        </a:solidFill>
      </dgm:spPr>
      <dgm:t>
        <a:bodyPr/>
        <a:lstStyle/>
        <a:p>
          <a:r>
            <a:rPr lang="en-US" sz="1800" dirty="0"/>
            <a:t>Patient using Fentanyl </a:t>
          </a:r>
        </a:p>
        <a:p>
          <a:endParaRPr lang="en-US" sz="1700" dirty="0"/>
        </a:p>
        <a:p>
          <a:endParaRPr lang="en-US" sz="1700" dirty="0"/>
        </a:p>
        <a:p>
          <a:r>
            <a:rPr lang="en-US" sz="1800" dirty="0"/>
            <a:t>UDS + for FENT</a:t>
          </a:r>
        </a:p>
      </dgm:t>
    </dgm:pt>
    <dgm:pt modelId="{8FBD4B3C-07F9-8344-93C2-5CB8E7747449}" type="parTrans" cxnId="{31567532-F623-7048-8570-2C6DCA2D7037}">
      <dgm:prSet/>
      <dgm:spPr/>
      <dgm:t>
        <a:bodyPr/>
        <a:lstStyle/>
        <a:p>
          <a:endParaRPr lang="en-US"/>
        </a:p>
      </dgm:t>
    </dgm:pt>
    <dgm:pt modelId="{81F59B49-DC75-0E47-8BB8-DCBC646EB85C}" type="sibTrans" cxnId="{31567532-F623-7048-8570-2C6DCA2D7037}">
      <dgm:prSet/>
      <dgm:spPr/>
      <dgm:t>
        <a:bodyPr/>
        <a:lstStyle/>
        <a:p>
          <a:endParaRPr lang="en-US"/>
        </a:p>
      </dgm:t>
    </dgm:pt>
    <dgm:pt modelId="{176EA831-F0D0-5341-8C76-CB17AA40C119}">
      <dgm:prSet phldrT="[Text]" custT="1"/>
      <dgm:spPr/>
      <dgm:t>
        <a:bodyPr/>
        <a:lstStyle/>
        <a:p>
          <a:r>
            <a:rPr lang="en-US" sz="1800" dirty="0"/>
            <a:t>Patient Taking Prescription Opioid (</a:t>
          </a:r>
          <a:r>
            <a:rPr lang="en-US" sz="1800" dirty="0" err="1"/>
            <a:t>eg</a:t>
          </a:r>
          <a:r>
            <a:rPr lang="en-US" sz="1800" dirty="0"/>
            <a:t> oxycodone)</a:t>
          </a:r>
        </a:p>
        <a:p>
          <a:endParaRPr lang="en-US" sz="1700" dirty="0"/>
        </a:p>
        <a:p>
          <a:r>
            <a:rPr lang="en-US" sz="1800" dirty="0"/>
            <a:t>UDS pos for OXY or OPI </a:t>
          </a:r>
        </a:p>
      </dgm:t>
    </dgm:pt>
    <dgm:pt modelId="{F8B66BD7-D51D-4649-9CBB-70E8807F2E1F}" type="parTrans" cxnId="{FAABD8CA-C6FA-FE40-AB91-847F566F8088}">
      <dgm:prSet/>
      <dgm:spPr/>
      <dgm:t>
        <a:bodyPr/>
        <a:lstStyle/>
        <a:p>
          <a:endParaRPr lang="en-US"/>
        </a:p>
      </dgm:t>
    </dgm:pt>
    <dgm:pt modelId="{DD7839AE-6FDC-7344-8146-C8B99253A29B}" type="sibTrans" cxnId="{FAABD8CA-C6FA-FE40-AB91-847F566F8088}">
      <dgm:prSet/>
      <dgm:spPr/>
      <dgm:t>
        <a:bodyPr/>
        <a:lstStyle/>
        <a:p>
          <a:endParaRPr lang="en-US"/>
        </a:p>
      </dgm:t>
    </dgm:pt>
    <dgm:pt modelId="{8A611E72-090D-C44C-8E66-7FC7BEAC6A12}">
      <dgm:prSet phldrT="[Text]" custT="1"/>
      <dgm:spPr>
        <a:solidFill>
          <a:schemeClr val="accent3"/>
        </a:solidFill>
      </dgm:spPr>
      <dgm:t>
        <a:bodyPr/>
        <a:lstStyle/>
        <a:p>
          <a:r>
            <a:rPr lang="en-US" sz="1800" dirty="0"/>
            <a:t>Opioid Negative (but </a:t>
          </a:r>
          <a:r>
            <a:rPr lang="en-US" sz="1800" dirty="0" err="1"/>
            <a:t>hx</a:t>
          </a:r>
          <a:r>
            <a:rPr lang="en-US" sz="1800" dirty="0"/>
            <a:t> of OUD) </a:t>
          </a:r>
        </a:p>
        <a:p>
          <a:endParaRPr lang="en-US" sz="1700" dirty="0"/>
        </a:p>
        <a:p>
          <a:r>
            <a:rPr lang="en-US" sz="1800" dirty="0"/>
            <a:t>UDS neg for </a:t>
          </a:r>
          <a:r>
            <a:rPr lang="en-US" sz="1600" dirty="0"/>
            <a:t>OPI/FENT/OXY/MTD</a:t>
          </a:r>
          <a:endParaRPr lang="en-US" sz="1800" dirty="0"/>
        </a:p>
      </dgm:t>
    </dgm:pt>
    <dgm:pt modelId="{184D11D6-651A-8F42-937B-23C1B3B20134}" type="parTrans" cxnId="{2278B7D6-51D5-C84C-83EC-4F187CF05997}">
      <dgm:prSet/>
      <dgm:spPr/>
      <dgm:t>
        <a:bodyPr/>
        <a:lstStyle/>
        <a:p>
          <a:endParaRPr lang="en-US"/>
        </a:p>
      </dgm:t>
    </dgm:pt>
    <dgm:pt modelId="{162C9881-CDC5-5047-8291-A12D4245BE30}" type="sibTrans" cxnId="{2278B7D6-51D5-C84C-83EC-4F187CF05997}">
      <dgm:prSet/>
      <dgm:spPr/>
      <dgm:t>
        <a:bodyPr/>
        <a:lstStyle/>
        <a:p>
          <a:endParaRPr lang="en-US"/>
        </a:p>
      </dgm:t>
    </dgm:pt>
    <dgm:pt modelId="{11A4DA69-17CB-48A7-9E7B-47214B964F96}">
      <dgm:prSet phldrT="[Text]" custT="1"/>
      <dgm:spPr>
        <a:solidFill>
          <a:srgbClr val="7030A0"/>
        </a:solidFill>
      </dgm:spPr>
      <dgm:t>
        <a:bodyPr/>
        <a:lstStyle/>
        <a:p>
          <a:r>
            <a:rPr lang="en-US" sz="1800" dirty="0"/>
            <a:t>Already on Suboxone</a:t>
          </a:r>
        </a:p>
        <a:p>
          <a:endParaRPr lang="en-US" sz="1800" dirty="0"/>
        </a:p>
        <a:p>
          <a:endParaRPr lang="en-US" sz="1800" dirty="0"/>
        </a:p>
        <a:p>
          <a:r>
            <a:rPr lang="en-US" sz="1800" dirty="0"/>
            <a:t>UDS pos for BUP</a:t>
          </a:r>
        </a:p>
      </dgm:t>
    </dgm:pt>
    <dgm:pt modelId="{DBA6A450-54D7-4B7D-9AF9-8E1C436D1C5D}" type="parTrans" cxnId="{BE942DAA-4439-4CAC-91CC-05DB4BDEA583}">
      <dgm:prSet/>
      <dgm:spPr/>
      <dgm:t>
        <a:bodyPr/>
        <a:lstStyle/>
        <a:p>
          <a:endParaRPr lang="en-US"/>
        </a:p>
      </dgm:t>
    </dgm:pt>
    <dgm:pt modelId="{E8F52AA4-A261-4105-8294-9F62CE2E4A6B}" type="sibTrans" cxnId="{BE942DAA-4439-4CAC-91CC-05DB4BDEA583}">
      <dgm:prSet/>
      <dgm:spPr/>
      <dgm:t>
        <a:bodyPr/>
        <a:lstStyle/>
        <a:p>
          <a:endParaRPr lang="en-US"/>
        </a:p>
      </dgm:t>
    </dgm:pt>
    <dgm:pt modelId="{F33803A6-49D6-4C97-9246-F2A6933300D4}">
      <dgm:prSet phldrT="[Text]" custT="1"/>
      <dgm:spPr>
        <a:solidFill>
          <a:srgbClr val="FFC000"/>
        </a:solidFill>
      </dgm:spPr>
      <dgm:t>
        <a:bodyPr/>
        <a:lstStyle/>
        <a:p>
          <a:r>
            <a:rPr lang="en-US" sz="1800" dirty="0"/>
            <a:t>Transitioning to Suboxone from Methadone</a:t>
          </a:r>
        </a:p>
        <a:p>
          <a:endParaRPr lang="en-US" sz="1800" dirty="0"/>
        </a:p>
        <a:p>
          <a:endParaRPr lang="en-US" sz="1800" dirty="0"/>
        </a:p>
      </dgm:t>
    </dgm:pt>
    <dgm:pt modelId="{CAB4F18F-6F8A-4551-BA48-0ADD2EAC8846}" type="parTrans" cxnId="{5CAA2D4A-EA99-43C5-8557-75C270ED98CC}">
      <dgm:prSet/>
      <dgm:spPr/>
      <dgm:t>
        <a:bodyPr/>
        <a:lstStyle/>
        <a:p>
          <a:endParaRPr lang="en-US"/>
        </a:p>
      </dgm:t>
    </dgm:pt>
    <dgm:pt modelId="{AFA800D8-C041-436C-B8F4-E606DD3C86CD}" type="sibTrans" cxnId="{5CAA2D4A-EA99-43C5-8557-75C270ED98CC}">
      <dgm:prSet/>
      <dgm:spPr/>
      <dgm:t>
        <a:bodyPr/>
        <a:lstStyle/>
        <a:p>
          <a:endParaRPr lang="en-US"/>
        </a:p>
      </dgm:t>
    </dgm:pt>
    <dgm:pt modelId="{F58A1539-814F-BF48-8234-2523F943A2FA}" type="pres">
      <dgm:prSet presAssocID="{56847AC1-4DEC-3742-B84F-031D7178906A}" presName="Name0" presStyleCnt="0">
        <dgm:presLayoutVars>
          <dgm:dir/>
          <dgm:resizeHandles val="exact"/>
        </dgm:presLayoutVars>
      </dgm:prSet>
      <dgm:spPr/>
    </dgm:pt>
    <dgm:pt modelId="{0FCCB6DD-4DEF-504E-9F0B-6816702CB68D}" type="pres">
      <dgm:prSet presAssocID="{56847AC1-4DEC-3742-B84F-031D7178906A}" presName="bkgdShp" presStyleLbl="alignAccFollowNode1" presStyleIdx="0" presStyleCnt="1" custLinFactNeighborY="6549"/>
      <dgm:spPr/>
    </dgm:pt>
    <dgm:pt modelId="{2A5946B8-C68F-1A45-A313-A7468DFFE419}" type="pres">
      <dgm:prSet presAssocID="{56847AC1-4DEC-3742-B84F-031D7178906A}" presName="linComp" presStyleCnt="0"/>
      <dgm:spPr/>
    </dgm:pt>
    <dgm:pt modelId="{CEB2A561-105E-E04D-89CD-1911FC247459}" type="pres">
      <dgm:prSet presAssocID="{17597248-53B5-674A-BFF2-4FCB0A988AEA}" presName="compNode" presStyleCnt="0"/>
      <dgm:spPr/>
    </dgm:pt>
    <dgm:pt modelId="{38B5B426-7C12-B84E-889E-202BA5D8F0D3}" type="pres">
      <dgm:prSet presAssocID="{17597248-53B5-674A-BFF2-4FCB0A988AEA}" presName="node" presStyleLbl="node1" presStyleIdx="0" presStyleCnt="5">
        <dgm:presLayoutVars>
          <dgm:bulletEnabled val="1"/>
        </dgm:presLayoutVars>
      </dgm:prSet>
      <dgm:spPr/>
    </dgm:pt>
    <dgm:pt modelId="{B5680C18-FEA9-0B48-85EB-1AD7BE1DA397}" type="pres">
      <dgm:prSet presAssocID="{17597248-53B5-674A-BFF2-4FCB0A988AEA}" presName="invisiNode" presStyleLbl="node1" presStyleIdx="0" presStyleCnt="5"/>
      <dgm:spPr/>
    </dgm:pt>
    <dgm:pt modelId="{5B7EC9E4-6111-2242-9CA6-40B2C56269C1}" type="pres">
      <dgm:prSet presAssocID="{17597248-53B5-674A-BFF2-4FCB0A988AEA}" presName="imagNode" presStyleLbl="fgImgPlace1" presStyleIdx="0" presStyleCnt="5"/>
      <dgm:spPr>
        <a:blipFill>
          <a:blip xmlns:r="http://schemas.openxmlformats.org/officeDocument/2006/relationships">
            <a:extLst>
              <a:ext uri="{96DAC541-7B7A-43D3-8B79-37D633B846F1}">
                <asvg:svgBlip xmlns:asvg="http://schemas.microsoft.com/office/drawing/2016/SVG/main" r:embed="rId1"/>
              </a:ext>
            </a:extLst>
          </a:blip>
          <a:srcRect/>
          <a:stretch>
            <a:fillRect t="-17000" b="-17000"/>
          </a:stretch>
        </a:blipFill>
      </dgm:spPr>
      <dgm:extLst>
        <a:ext uri="{E40237B7-FDA0-4F09-8148-C483321AD2D9}">
          <dgm14:cNvPr xmlns:dgm14="http://schemas.microsoft.com/office/drawing/2010/diagram" id="0" name="" descr="Badge 1 outline"/>
        </a:ext>
      </dgm:extLst>
    </dgm:pt>
    <dgm:pt modelId="{BF6748DC-3C53-904B-A547-456CA09C3DC7}" type="pres">
      <dgm:prSet presAssocID="{81F59B49-DC75-0E47-8BB8-DCBC646EB85C}" presName="sibTrans" presStyleLbl="sibTrans2D1" presStyleIdx="0" presStyleCnt="0"/>
      <dgm:spPr/>
    </dgm:pt>
    <dgm:pt modelId="{08A6AE94-04BF-0340-BBBB-FFB1383FDA4B}" type="pres">
      <dgm:prSet presAssocID="{176EA831-F0D0-5341-8C76-CB17AA40C119}" presName="compNode" presStyleCnt="0"/>
      <dgm:spPr/>
    </dgm:pt>
    <dgm:pt modelId="{6A239722-CE46-A348-BAE1-53A304F71E9F}" type="pres">
      <dgm:prSet presAssocID="{176EA831-F0D0-5341-8C76-CB17AA40C119}" presName="node" presStyleLbl="node1" presStyleIdx="1" presStyleCnt="5">
        <dgm:presLayoutVars>
          <dgm:bulletEnabled val="1"/>
        </dgm:presLayoutVars>
      </dgm:prSet>
      <dgm:spPr/>
    </dgm:pt>
    <dgm:pt modelId="{C0D1D122-AF76-CD44-BA37-D855C19B2569}" type="pres">
      <dgm:prSet presAssocID="{176EA831-F0D0-5341-8C76-CB17AA40C119}" presName="invisiNode" presStyleLbl="node1" presStyleIdx="1" presStyleCnt="5"/>
      <dgm:spPr/>
    </dgm:pt>
    <dgm:pt modelId="{EDCFCD52-53B9-FE4B-8B9A-A1F25D383E73}" type="pres">
      <dgm:prSet presAssocID="{176EA831-F0D0-5341-8C76-CB17AA40C119}" presName="imagNode" presStyleLbl="fgImgPlace1" presStyleIdx="1" presStyleCnt="5"/>
      <dgm:spPr>
        <a:blipFill>
          <a:blip xmlns:r="http://schemas.openxmlformats.org/officeDocument/2006/relationships">
            <a:extLst>
              <a:ext uri="{96DAC541-7B7A-43D3-8B79-37D633B846F1}">
                <asvg:svgBlip xmlns:asvg="http://schemas.microsoft.com/office/drawing/2016/SVG/main" r:embed="rId2"/>
              </a:ext>
            </a:extLst>
          </a:blip>
          <a:srcRect/>
          <a:stretch>
            <a:fillRect t="-17000" b="-17000"/>
          </a:stretch>
        </a:blipFill>
      </dgm:spPr>
      <dgm:extLst>
        <a:ext uri="{E40237B7-FDA0-4F09-8148-C483321AD2D9}">
          <dgm14:cNvPr xmlns:dgm14="http://schemas.microsoft.com/office/drawing/2010/diagram" id="0" name="" descr="Badge outline"/>
        </a:ext>
      </dgm:extLst>
    </dgm:pt>
    <dgm:pt modelId="{09777963-8482-C94D-999F-B6FC323DCA1C}" type="pres">
      <dgm:prSet presAssocID="{DD7839AE-6FDC-7344-8146-C8B99253A29B}" presName="sibTrans" presStyleLbl="sibTrans2D1" presStyleIdx="0" presStyleCnt="0"/>
      <dgm:spPr/>
    </dgm:pt>
    <dgm:pt modelId="{B5874D8E-1AA1-884B-9FC8-9E71EDD1AA29}" type="pres">
      <dgm:prSet presAssocID="{8A611E72-090D-C44C-8E66-7FC7BEAC6A12}" presName="compNode" presStyleCnt="0"/>
      <dgm:spPr/>
    </dgm:pt>
    <dgm:pt modelId="{7A8FA18F-7507-A74B-BB16-D27D0619FBAB}" type="pres">
      <dgm:prSet presAssocID="{8A611E72-090D-C44C-8E66-7FC7BEAC6A12}" presName="node" presStyleLbl="node1" presStyleIdx="2" presStyleCnt="5">
        <dgm:presLayoutVars>
          <dgm:bulletEnabled val="1"/>
        </dgm:presLayoutVars>
      </dgm:prSet>
      <dgm:spPr/>
    </dgm:pt>
    <dgm:pt modelId="{ECF67FFD-B2BE-EB46-9BC5-6511BDA3EFF2}" type="pres">
      <dgm:prSet presAssocID="{8A611E72-090D-C44C-8E66-7FC7BEAC6A12}" presName="invisiNode" presStyleLbl="node1" presStyleIdx="2" presStyleCnt="5"/>
      <dgm:spPr/>
    </dgm:pt>
    <dgm:pt modelId="{F708D6B2-3DFC-AF48-8AA5-DF92A043B077}" type="pres">
      <dgm:prSet presAssocID="{8A611E72-090D-C44C-8E66-7FC7BEAC6A12}" presName="imagNode" presStyleLbl="fgImgPlace1" presStyleIdx="2" presStyleCnt="5"/>
      <dgm:spPr>
        <a:blipFill>
          <a:blip xmlns:r="http://schemas.openxmlformats.org/officeDocument/2006/relationships">
            <a:extLst>
              <a:ext uri="{96DAC541-7B7A-43D3-8B79-37D633B846F1}">
                <asvg:svgBlip xmlns:asvg="http://schemas.microsoft.com/office/drawing/2016/SVG/main" r:embed="rId3"/>
              </a:ext>
            </a:extLst>
          </a:blip>
          <a:srcRect/>
          <a:stretch>
            <a:fillRect t="-17000" b="-17000"/>
          </a:stretch>
        </a:blipFill>
      </dgm:spPr>
      <dgm:extLst>
        <a:ext uri="{E40237B7-FDA0-4F09-8148-C483321AD2D9}">
          <dgm14:cNvPr xmlns:dgm14="http://schemas.microsoft.com/office/drawing/2010/diagram" id="0" name="" descr="Badge 3 outline"/>
        </a:ext>
      </dgm:extLst>
    </dgm:pt>
    <dgm:pt modelId="{A2737987-D3A1-45CB-A043-6B9B196C16C6}" type="pres">
      <dgm:prSet presAssocID="{162C9881-CDC5-5047-8291-A12D4245BE30}" presName="sibTrans" presStyleLbl="sibTrans2D1" presStyleIdx="0" presStyleCnt="0"/>
      <dgm:spPr/>
    </dgm:pt>
    <dgm:pt modelId="{A4D2DA61-772E-46CC-AB28-658D141FFF35}" type="pres">
      <dgm:prSet presAssocID="{11A4DA69-17CB-48A7-9E7B-47214B964F96}" presName="compNode" presStyleCnt="0"/>
      <dgm:spPr/>
    </dgm:pt>
    <dgm:pt modelId="{22CDA9D7-E6EF-44E3-AD19-8B7815DC8126}" type="pres">
      <dgm:prSet presAssocID="{11A4DA69-17CB-48A7-9E7B-47214B964F96}" presName="node" presStyleLbl="node1" presStyleIdx="3" presStyleCnt="5">
        <dgm:presLayoutVars>
          <dgm:bulletEnabled val="1"/>
        </dgm:presLayoutVars>
      </dgm:prSet>
      <dgm:spPr/>
    </dgm:pt>
    <dgm:pt modelId="{A7F67EDB-FD5F-4445-80AA-6BFEAE85A6C6}" type="pres">
      <dgm:prSet presAssocID="{11A4DA69-17CB-48A7-9E7B-47214B964F96}" presName="invisiNode" presStyleLbl="node1" presStyleIdx="3" presStyleCnt="5"/>
      <dgm:spPr/>
    </dgm:pt>
    <dgm:pt modelId="{0D0E5F86-1A1D-47B6-8475-2F91A8A1B9BC}" type="pres">
      <dgm:prSet presAssocID="{11A4DA69-17CB-48A7-9E7B-47214B964F96}" presName="imagNode" presStyleLbl="fgImgPlace1" presStyleIdx="3" presStyleCnt="5"/>
      <dgm:spPr>
        <a:blipFill>
          <a:blip xmlns:r="http://schemas.openxmlformats.org/officeDocument/2006/relationships">
            <a:extLst>
              <a:ext uri="{96DAC541-7B7A-43D3-8B79-37D633B846F1}">
                <asvg:svgBlip xmlns:asvg="http://schemas.microsoft.com/office/drawing/2016/SVG/main" r:embed="rId4"/>
              </a:ext>
            </a:extLst>
          </a:blip>
          <a:srcRect/>
          <a:stretch>
            <a:fillRect t="-19000" b="-19000"/>
          </a:stretch>
        </a:blipFill>
      </dgm:spPr>
      <dgm:extLst>
        <a:ext uri="{E40237B7-FDA0-4F09-8148-C483321AD2D9}">
          <dgm14:cNvPr xmlns:dgm14="http://schemas.microsoft.com/office/drawing/2010/diagram" id="0" name="" descr="Badge 4 outline"/>
        </a:ext>
      </dgm:extLst>
    </dgm:pt>
    <dgm:pt modelId="{9BA206AD-0C41-42A8-B395-C0FF71887977}" type="pres">
      <dgm:prSet presAssocID="{E8F52AA4-A261-4105-8294-9F62CE2E4A6B}" presName="sibTrans" presStyleLbl="sibTrans2D1" presStyleIdx="0" presStyleCnt="0"/>
      <dgm:spPr/>
    </dgm:pt>
    <dgm:pt modelId="{10A4921A-70B1-415A-B0BC-65C024B39143}" type="pres">
      <dgm:prSet presAssocID="{F33803A6-49D6-4C97-9246-F2A6933300D4}" presName="compNode" presStyleCnt="0"/>
      <dgm:spPr/>
    </dgm:pt>
    <dgm:pt modelId="{7EF50682-B40D-4AEE-91BD-38F946F34320}" type="pres">
      <dgm:prSet presAssocID="{F33803A6-49D6-4C97-9246-F2A6933300D4}" presName="node" presStyleLbl="node1" presStyleIdx="4" presStyleCnt="5">
        <dgm:presLayoutVars>
          <dgm:bulletEnabled val="1"/>
        </dgm:presLayoutVars>
      </dgm:prSet>
      <dgm:spPr/>
    </dgm:pt>
    <dgm:pt modelId="{515C681B-BE37-4EA2-A21B-3C7DA61AEC48}" type="pres">
      <dgm:prSet presAssocID="{F33803A6-49D6-4C97-9246-F2A6933300D4}" presName="invisiNode" presStyleLbl="node1" presStyleIdx="4" presStyleCnt="5"/>
      <dgm:spPr/>
    </dgm:pt>
    <dgm:pt modelId="{1135EB9A-7DA4-479C-AD34-76FA5CE67354}" type="pres">
      <dgm:prSet presAssocID="{F33803A6-49D6-4C97-9246-F2A6933300D4}" presName="imagNode" presStyleLbl="fgImgPlace1" presStyleIdx="4" presStyleCnt="5"/>
      <dgm:spPr>
        <a:blipFill>
          <a:blip xmlns:r="http://schemas.openxmlformats.org/officeDocument/2006/relationships">
            <a:extLst>
              <a:ext uri="{96DAC541-7B7A-43D3-8B79-37D633B846F1}">
                <asvg:svgBlip xmlns:asvg="http://schemas.microsoft.com/office/drawing/2016/SVG/main" r:embed="rId5"/>
              </a:ext>
            </a:extLst>
          </a:blip>
          <a:srcRect/>
          <a:stretch>
            <a:fillRect t="-5000" b="-5000"/>
          </a:stretch>
        </a:blipFill>
      </dgm:spPr>
      <dgm:extLst>
        <a:ext uri="{E40237B7-FDA0-4F09-8148-C483321AD2D9}">
          <dgm14:cNvPr xmlns:dgm14="http://schemas.microsoft.com/office/drawing/2010/diagram" id="0" name="" descr="Badge 5 outline"/>
        </a:ext>
      </dgm:extLst>
    </dgm:pt>
  </dgm:ptLst>
  <dgm:cxnLst>
    <dgm:cxn modelId="{6F783506-95BE-5344-A094-C7F0DF29FE06}" type="presOf" srcId="{176EA831-F0D0-5341-8C76-CB17AA40C119}" destId="{6A239722-CE46-A348-BAE1-53A304F71E9F}" srcOrd="0" destOrd="0" presId="urn:microsoft.com/office/officeart/2005/8/layout/pList2"/>
    <dgm:cxn modelId="{8FD18A26-1951-42AE-8AC0-FA923984D29D}" type="presOf" srcId="{11A4DA69-17CB-48A7-9E7B-47214B964F96}" destId="{22CDA9D7-E6EF-44E3-AD19-8B7815DC8126}" srcOrd="0" destOrd="0" presId="urn:microsoft.com/office/officeart/2005/8/layout/pList2"/>
    <dgm:cxn modelId="{31567532-F623-7048-8570-2C6DCA2D7037}" srcId="{56847AC1-4DEC-3742-B84F-031D7178906A}" destId="{17597248-53B5-674A-BFF2-4FCB0A988AEA}" srcOrd="0" destOrd="0" parTransId="{8FBD4B3C-07F9-8344-93C2-5CB8E7747449}" sibTransId="{81F59B49-DC75-0E47-8BB8-DCBC646EB85C}"/>
    <dgm:cxn modelId="{42C51536-E88B-4E3A-B8A6-E741DF6793F3}" type="presOf" srcId="{162C9881-CDC5-5047-8291-A12D4245BE30}" destId="{A2737987-D3A1-45CB-A043-6B9B196C16C6}" srcOrd="0" destOrd="0" presId="urn:microsoft.com/office/officeart/2005/8/layout/pList2"/>
    <dgm:cxn modelId="{A61EA747-022A-7C42-B57A-613E03BA5BEC}" type="presOf" srcId="{8A611E72-090D-C44C-8E66-7FC7BEAC6A12}" destId="{7A8FA18F-7507-A74B-BB16-D27D0619FBAB}" srcOrd="0" destOrd="0" presId="urn:microsoft.com/office/officeart/2005/8/layout/pList2"/>
    <dgm:cxn modelId="{5CAA2D4A-EA99-43C5-8557-75C270ED98CC}" srcId="{56847AC1-4DEC-3742-B84F-031D7178906A}" destId="{F33803A6-49D6-4C97-9246-F2A6933300D4}" srcOrd="4" destOrd="0" parTransId="{CAB4F18F-6F8A-4551-BA48-0ADD2EAC8846}" sibTransId="{AFA800D8-C041-436C-B8F4-E606DD3C86CD}"/>
    <dgm:cxn modelId="{E72E3C5A-63DE-CB43-BF03-4932E85CC959}" type="presOf" srcId="{56847AC1-4DEC-3742-B84F-031D7178906A}" destId="{F58A1539-814F-BF48-8234-2523F943A2FA}" srcOrd="0" destOrd="0" presId="urn:microsoft.com/office/officeart/2005/8/layout/pList2"/>
    <dgm:cxn modelId="{BE942DAA-4439-4CAC-91CC-05DB4BDEA583}" srcId="{56847AC1-4DEC-3742-B84F-031D7178906A}" destId="{11A4DA69-17CB-48A7-9E7B-47214B964F96}" srcOrd="3" destOrd="0" parTransId="{DBA6A450-54D7-4B7D-9AF9-8E1C436D1C5D}" sibTransId="{E8F52AA4-A261-4105-8294-9F62CE2E4A6B}"/>
    <dgm:cxn modelId="{3E2B79AB-503C-6C42-AFB5-95CE50568903}" type="presOf" srcId="{17597248-53B5-674A-BFF2-4FCB0A988AEA}" destId="{38B5B426-7C12-B84E-889E-202BA5D8F0D3}" srcOrd="0" destOrd="0" presId="urn:microsoft.com/office/officeart/2005/8/layout/pList2"/>
    <dgm:cxn modelId="{0488E0AF-208C-4EEB-BCA7-6C2C74D5E7A8}" type="presOf" srcId="{F33803A6-49D6-4C97-9246-F2A6933300D4}" destId="{7EF50682-B40D-4AEE-91BD-38F946F34320}" srcOrd="0" destOrd="0" presId="urn:microsoft.com/office/officeart/2005/8/layout/pList2"/>
    <dgm:cxn modelId="{FAABD8CA-C6FA-FE40-AB91-847F566F8088}" srcId="{56847AC1-4DEC-3742-B84F-031D7178906A}" destId="{176EA831-F0D0-5341-8C76-CB17AA40C119}" srcOrd="1" destOrd="0" parTransId="{F8B66BD7-D51D-4649-9CBB-70E8807F2E1F}" sibTransId="{DD7839AE-6FDC-7344-8146-C8B99253A29B}"/>
    <dgm:cxn modelId="{2278B7D6-51D5-C84C-83EC-4F187CF05997}" srcId="{56847AC1-4DEC-3742-B84F-031D7178906A}" destId="{8A611E72-090D-C44C-8E66-7FC7BEAC6A12}" srcOrd="2" destOrd="0" parTransId="{184D11D6-651A-8F42-937B-23C1B3B20134}" sibTransId="{162C9881-CDC5-5047-8291-A12D4245BE30}"/>
    <dgm:cxn modelId="{22C449D7-426A-41F1-9D3D-D7BE70A2A15A}" type="presOf" srcId="{E8F52AA4-A261-4105-8294-9F62CE2E4A6B}" destId="{9BA206AD-0C41-42A8-B395-C0FF71887977}" srcOrd="0" destOrd="0" presId="urn:microsoft.com/office/officeart/2005/8/layout/pList2"/>
    <dgm:cxn modelId="{D37669EF-B209-104C-9457-941DF89F6F62}" type="presOf" srcId="{DD7839AE-6FDC-7344-8146-C8B99253A29B}" destId="{09777963-8482-C94D-999F-B6FC323DCA1C}" srcOrd="0" destOrd="0" presId="urn:microsoft.com/office/officeart/2005/8/layout/pList2"/>
    <dgm:cxn modelId="{716871F8-7FA1-8E42-9911-20FA343CFA4F}" type="presOf" srcId="{81F59B49-DC75-0E47-8BB8-DCBC646EB85C}" destId="{BF6748DC-3C53-904B-A547-456CA09C3DC7}" srcOrd="0" destOrd="0" presId="urn:microsoft.com/office/officeart/2005/8/layout/pList2"/>
    <dgm:cxn modelId="{05BFFADE-311B-F343-A55C-BFCDEB505360}" type="presParOf" srcId="{F58A1539-814F-BF48-8234-2523F943A2FA}" destId="{0FCCB6DD-4DEF-504E-9F0B-6816702CB68D}" srcOrd="0" destOrd="0" presId="urn:microsoft.com/office/officeart/2005/8/layout/pList2"/>
    <dgm:cxn modelId="{72F973F2-C349-5B46-84DA-9AD9AAD78FFA}" type="presParOf" srcId="{F58A1539-814F-BF48-8234-2523F943A2FA}" destId="{2A5946B8-C68F-1A45-A313-A7468DFFE419}" srcOrd="1" destOrd="0" presId="urn:microsoft.com/office/officeart/2005/8/layout/pList2"/>
    <dgm:cxn modelId="{249ABDF1-AB86-CA48-8BF6-938CD3CF872E}" type="presParOf" srcId="{2A5946B8-C68F-1A45-A313-A7468DFFE419}" destId="{CEB2A561-105E-E04D-89CD-1911FC247459}" srcOrd="0" destOrd="0" presId="urn:microsoft.com/office/officeart/2005/8/layout/pList2"/>
    <dgm:cxn modelId="{8F2AF05C-0DB9-0B4F-8ED7-0B02EFF3BB65}" type="presParOf" srcId="{CEB2A561-105E-E04D-89CD-1911FC247459}" destId="{38B5B426-7C12-B84E-889E-202BA5D8F0D3}" srcOrd="0" destOrd="0" presId="urn:microsoft.com/office/officeart/2005/8/layout/pList2"/>
    <dgm:cxn modelId="{74E9E91C-141C-5E48-8724-CD717A3E9B4E}" type="presParOf" srcId="{CEB2A561-105E-E04D-89CD-1911FC247459}" destId="{B5680C18-FEA9-0B48-85EB-1AD7BE1DA397}" srcOrd="1" destOrd="0" presId="urn:microsoft.com/office/officeart/2005/8/layout/pList2"/>
    <dgm:cxn modelId="{D5D34BB4-B0BF-3144-BC10-B986FA1C8D93}" type="presParOf" srcId="{CEB2A561-105E-E04D-89CD-1911FC247459}" destId="{5B7EC9E4-6111-2242-9CA6-40B2C56269C1}" srcOrd="2" destOrd="0" presId="urn:microsoft.com/office/officeart/2005/8/layout/pList2"/>
    <dgm:cxn modelId="{1516C828-0F2D-8F46-BF71-F965135CF924}" type="presParOf" srcId="{2A5946B8-C68F-1A45-A313-A7468DFFE419}" destId="{BF6748DC-3C53-904B-A547-456CA09C3DC7}" srcOrd="1" destOrd="0" presId="urn:microsoft.com/office/officeart/2005/8/layout/pList2"/>
    <dgm:cxn modelId="{15997C60-D4EF-1143-96F9-AB10C2DC8370}" type="presParOf" srcId="{2A5946B8-C68F-1A45-A313-A7468DFFE419}" destId="{08A6AE94-04BF-0340-BBBB-FFB1383FDA4B}" srcOrd="2" destOrd="0" presId="urn:microsoft.com/office/officeart/2005/8/layout/pList2"/>
    <dgm:cxn modelId="{C6D31E12-37F5-374A-99B6-43038540D1CC}" type="presParOf" srcId="{08A6AE94-04BF-0340-BBBB-FFB1383FDA4B}" destId="{6A239722-CE46-A348-BAE1-53A304F71E9F}" srcOrd="0" destOrd="0" presId="urn:microsoft.com/office/officeart/2005/8/layout/pList2"/>
    <dgm:cxn modelId="{EF115EDA-7788-F740-9CD6-4ADB4CFD768A}" type="presParOf" srcId="{08A6AE94-04BF-0340-BBBB-FFB1383FDA4B}" destId="{C0D1D122-AF76-CD44-BA37-D855C19B2569}" srcOrd="1" destOrd="0" presId="urn:microsoft.com/office/officeart/2005/8/layout/pList2"/>
    <dgm:cxn modelId="{9A9FA408-4CA4-724D-A204-6C34BD1386A5}" type="presParOf" srcId="{08A6AE94-04BF-0340-BBBB-FFB1383FDA4B}" destId="{EDCFCD52-53B9-FE4B-8B9A-A1F25D383E73}" srcOrd="2" destOrd="0" presId="urn:microsoft.com/office/officeart/2005/8/layout/pList2"/>
    <dgm:cxn modelId="{02D857C1-BEB5-D742-A357-C8217947D8B0}" type="presParOf" srcId="{2A5946B8-C68F-1A45-A313-A7468DFFE419}" destId="{09777963-8482-C94D-999F-B6FC323DCA1C}" srcOrd="3" destOrd="0" presId="urn:microsoft.com/office/officeart/2005/8/layout/pList2"/>
    <dgm:cxn modelId="{27B9EED5-69F5-6A4E-92F6-AFE8F05BAE8D}" type="presParOf" srcId="{2A5946B8-C68F-1A45-A313-A7468DFFE419}" destId="{B5874D8E-1AA1-884B-9FC8-9E71EDD1AA29}" srcOrd="4" destOrd="0" presId="urn:microsoft.com/office/officeart/2005/8/layout/pList2"/>
    <dgm:cxn modelId="{F69CCA47-BCB1-6944-8A41-F34F45101358}" type="presParOf" srcId="{B5874D8E-1AA1-884B-9FC8-9E71EDD1AA29}" destId="{7A8FA18F-7507-A74B-BB16-D27D0619FBAB}" srcOrd="0" destOrd="0" presId="urn:microsoft.com/office/officeart/2005/8/layout/pList2"/>
    <dgm:cxn modelId="{494DDC13-C0C1-2742-A8C5-A7522C4CC9D7}" type="presParOf" srcId="{B5874D8E-1AA1-884B-9FC8-9E71EDD1AA29}" destId="{ECF67FFD-B2BE-EB46-9BC5-6511BDA3EFF2}" srcOrd="1" destOrd="0" presId="urn:microsoft.com/office/officeart/2005/8/layout/pList2"/>
    <dgm:cxn modelId="{99B41E2E-FF2C-3740-8AF7-ADF0A4C59FF7}" type="presParOf" srcId="{B5874D8E-1AA1-884B-9FC8-9E71EDD1AA29}" destId="{F708D6B2-3DFC-AF48-8AA5-DF92A043B077}" srcOrd="2" destOrd="0" presId="urn:microsoft.com/office/officeart/2005/8/layout/pList2"/>
    <dgm:cxn modelId="{38261A60-4643-460D-AFBB-A12737FFA936}" type="presParOf" srcId="{2A5946B8-C68F-1A45-A313-A7468DFFE419}" destId="{A2737987-D3A1-45CB-A043-6B9B196C16C6}" srcOrd="5" destOrd="0" presId="urn:microsoft.com/office/officeart/2005/8/layout/pList2"/>
    <dgm:cxn modelId="{970A6CDC-913F-4AF0-A7DB-10F3A21B88D2}" type="presParOf" srcId="{2A5946B8-C68F-1A45-A313-A7468DFFE419}" destId="{A4D2DA61-772E-46CC-AB28-658D141FFF35}" srcOrd="6" destOrd="0" presId="urn:microsoft.com/office/officeart/2005/8/layout/pList2"/>
    <dgm:cxn modelId="{BE712F6B-7883-4683-859E-036C6377F5A1}" type="presParOf" srcId="{A4D2DA61-772E-46CC-AB28-658D141FFF35}" destId="{22CDA9D7-E6EF-44E3-AD19-8B7815DC8126}" srcOrd="0" destOrd="0" presId="urn:microsoft.com/office/officeart/2005/8/layout/pList2"/>
    <dgm:cxn modelId="{CF8564A2-7692-42B9-B850-A13C2D2CC6B0}" type="presParOf" srcId="{A4D2DA61-772E-46CC-AB28-658D141FFF35}" destId="{A7F67EDB-FD5F-4445-80AA-6BFEAE85A6C6}" srcOrd="1" destOrd="0" presId="urn:microsoft.com/office/officeart/2005/8/layout/pList2"/>
    <dgm:cxn modelId="{73AE353C-A689-4F70-B591-E255E1EBAB81}" type="presParOf" srcId="{A4D2DA61-772E-46CC-AB28-658D141FFF35}" destId="{0D0E5F86-1A1D-47B6-8475-2F91A8A1B9BC}" srcOrd="2" destOrd="0" presId="urn:microsoft.com/office/officeart/2005/8/layout/pList2"/>
    <dgm:cxn modelId="{DD2CCCE2-B219-418F-A986-31F85312D706}" type="presParOf" srcId="{2A5946B8-C68F-1A45-A313-A7468DFFE419}" destId="{9BA206AD-0C41-42A8-B395-C0FF71887977}" srcOrd="7" destOrd="0" presId="urn:microsoft.com/office/officeart/2005/8/layout/pList2"/>
    <dgm:cxn modelId="{9AAF27EF-DFEE-4836-A092-E16EA8064255}" type="presParOf" srcId="{2A5946B8-C68F-1A45-A313-A7468DFFE419}" destId="{10A4921A-70B1-415A-B0BC-65C024B39143}" srcOrd="8" destOrd="0" presId="urn:microsoft.com/office/officeart/2005/8/layout/pList2"/>
    <dgm:cxn modelId="{ED809301-1479-43E0-9E5F-6B55EEDE30BB}" type="presParOf" srcId="{10A4921A-70B1-415A-B0BC-65C024B39143}" destId="{7EF50682-B40D-4AEE-91BD-38F946F34320}" srcOrd="0" destOrd="0" presId="urn:microsoft.com/office/officeart/2005/8/layout/pList2"/>
    <dgm:cxn modelId="{A9AAAD54-DF35-46D5-9DB9-8D4467D96CBF}" type="presParOf" srcId="{10A4921A-70B1-415A-B0BC-65C024B39143}" destId="{515C681B-BE37-4EA2-A21B-3C7DA61AEC48}" srcOrd="1" destOrd="0" presId="urn:microsoft.com/office/officeart/2005/8/layout/pList2"/>
    <dgm:cxn modelId="{68A081AA-17BC-4531-B17B-FD7699AB84A7}" type="presParOf" srcId="{10A4921A-70B1-415A-B0BC-65C024B39143}" destId="{1135EB9A-7DA4-479C-AD34-76FA5CE67354}" srcOrd="2" destOrd="0" presId="urn:microsoft.com/office/officeart/2005/8/layout/p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BAB7E1F6-2856-4D14-803B-6CDB26E7996B}" type="doc">
      <dgm:prSet loTypeId="urn:microsoft.com/office/officeart/2005/8/layout/hierarchy2" loCatId="hierarchy" qsTypeId="urn:microsoft.com/office/officeart/2005/8/quickstyle/simple1" qsCatId="simple" csTypeId="urn:microsoft.com/office/officeart/2005/8/colors/accent1_2" csCatId="accent1" phldr="1"/>
      <dgm:spPr/>
      <dgm:t>
        <a:bodyPr/>
        <a:lstStyle/>
        <a:p>
          <a:endParaRPr lang="en-US"/>
        </a:p>
      </dgm:t>
    </dgm:pt>
    <dgm:pt modelId="{7854D6E9-FEB5-489E-80A9-AACBB150D351}">
      <dgm:prSet phldrT="[Text]" phldr="0"/>
      <dgm:spPr>
        <a:solidFill>
          <a:schemeClr val="bg1">
            <a:lumMod val="75000"/>
          </a:schemeClr>
        </a:solidFill>
        <a:ln>
          <a:solidFill>
            <a:schemeClr val="tx1"/>
          </a:solidFill>
        </a:ln>
      </dgm:spPr>
      <dgm:t>
        <a:bodyPr/>
        <a:lstStyle/>
        <a:p>
          <a:r>
            <a:rPr lang="en-US" dirty="0">
              <a:solidFill>
                <a:schemeClr val="tx1"/>
              </a:solidFill>
            </a:rPr>
            <a:t>Person with OUD</a:t>
          </a:r>
        </a:p>
        <a:p>
          <a:r>
            <a:rPr lang="en-US" dirty="0">
              <a:solidFill>
                <a:schemeClr val="tx1"/>
              </a:solidFill>
            </a:rPr>
            <a:t>&gt;18yo </a:t>
          </a:r>
        </a:p>
      </dgm:t>
    </dgm:pt>
    <dgm:pt modelId="{DE377339-375F-4283-B6ED-A899058857DD}" type="parTrans" cxnId="{B5E9DACC-36AF-4B2E-AF5E-958C9EBB1A21}">
      <dgm:prSet/>
      <dgm:spPr/>
      <dgm:t>
        <a:bodyPr/>
        <a:lstStyle/>
        <a:p>
          <a:endParaRPr lang="en-US"/>
        </a:p>
      </dgm:t>
    </dgm:pt>
    <dgm:pt modelId="{4B3B72F7-2826-4C2E-99C8-FBE2E5CE2803}" type="sibTrans" cxnId="{B5E9DACC-36AF-4B2E-AF5E-958C9EBB1A21}">
      <dgm:prSet/>
      <dgm:spPr/>
      <dgm:t>
        <a:bodyPr/>
        <a:lstStyle/>
        <a:p>
          <a:endParaRPr lang="en-US"/>
        </a:p>
      </dgm:t>
    </dgm:pt>
    <dgm:pt modelId="{00E2E382-A27D-4BD2-B035-B89488A14E41}">
      <dgm:prSet phldrT="[Text]" phldr="0"/>
      <dgm:spPr>
        <a:solidFill>
          <a:schemeClr val="accent2">
            <a:lumMod val="60000"/>
            <a:lumOff val="40000"/>
          </a:schemeClr>
        </a:solidFill>
        <a:ln>
          <a:solidFill>
            <a:schemeClr val="bg1"/>
          </a:solidFill>
        </a:ln>
      </dgm:spPr>
      <dgm:t>
        <a:bodyPr/>
        <a:lstStyle/>
        <a:p>
          <a:r>
            <a:rPr lang="en-US" dirty="0">
              <a:solidFill>
                <a:schemeClr val="tx1"/>
              </a:solidFill>
            </a:rPr>
            <a:t>Current Illicit Opioid Use</a:t>
          </a:r>
        </a:p>
        <a:p>
          <a:r>
            <a:rPr lang="en-US" dirty="0">
              <a:solidFill>
                <a:schemeClr val="tx1"/>
              </a:solidFill>
            </a:rPr>
            <a:t>FENT + UDS</a:t>
          </a:r>
        </a:p>
      </dgm:t>
    </dgm:pt>
    <dgm:pt modelId="{1F00C3B6-0D2D-45F6-A36B-5DD9C5D9B38F}" type="parTrans" cxnId="{123298A9-E03E-4222-AC45-D5DF612BF126}">
      <dgm:prSet/>
      <dgm:spPr/>
      <dgm:t>
        <a:bodyPr/>
        <a:lstStyle/>
        <a:p>
          <a:endParaRPr lang="en-US">
            <a:solidFill>
              <a:schemeClr val="tx1"/>
            </a:solidFill>
          </a:endParaRPr>
        </a:p>
      </dgm:t>
    </dgm:pt>
    <dgm:pt modelId="{D1A67388-1ECA-4F41-9A82-B2E4AB6AA345}" type="sibTrans" cxnId="{123298A9-E03E-4222-AC45-D5DF612BF126}">
      <dgm:prSet/>
      <dgm:spPr/>
      <dgm:t>
        <a:bodyPr/>
        <a:lstStyle/>
        <a:p>
          <a:endParaRPr lang="en-US"/>
        </a:p>
      </dgm:t>
    </dgm:pt>
    <dgm:pt modelId="{BEA2985D-EA4A-44C4-845C-ABAEF319C222}">
      <dgm:prSet phldrT="[Text]" phldr="0"/>
      <dgm:spPr>
        <a:solidFill>
          <a:schemeClr val="tx2">
            <a:lumMod val="50000"/>
            <a:lumOff val="50000"/>
          </a:schemeClr>
        </a:solidFill>
      </dgm:spPr>
      <dgm:t>
        <a:bodyPr/>
        <a:lstStyle/>
        <a:p>
          <a:r>
            <a:rPr lang="en-US" dirty="0">
              <a:solidFill>
                <a:schemeClr val="tx1"/>
              </a:solidFill>
            </a:rPr>
            <a:t>Current Rx Opioid Use</a:t>
          </a:r>
        </a:p>
        <a:p>
          <a:r>
            <a:rPr lang="en-US" dirty="0">
              <a:solidFill>
                <a:schemeClr val="tx1"/>
              </a:solidFill>
            </a:rPr>
            <a:t>OXY+ UDS</a:t>
          </a:r>
        </a:p>
      </dgm:t>
    </dgm:pt>
    <dgm:pt modelId="{D27B3F8A-8586-4010-8400-D3070F27CCCA}" type="parTrans" cxnId="{55717264-777A-40E5-8314-4099CE4A3362}">
      <dgm:prSet/>
      <dgm:spPr/>
      <dgm:t>
        <a:bodyPr/>
        <a:lstStyle/>
        <a:p>
          <a:endParaRPr lang="en-US">
            <a:solidFill>
              <a:schemeClr val="tx1"/>
            </a:solidFill>
          </a:endParaRPr>
        </a:p>
      </dgm:t>
    </dgm:pt>
    <dgm:pt modelId="{8E621E7C-1DB7-4B6B-9FEA-F9753D9C0897}" type="sibTrans" cxnId="{55717264-777A-40E5-8314-4099CE4A3362}">
      <dgm:prSet/>
      <dgm:spPr/>
      <dgm:t>
        <a:bodyPr/>
        <a:lstStyle/>
        <a:p>
          <a:endParaRPr lang="en-US"/>
        </a:p>
      </dgm:t>
    </dgm:pt>
    <dgm:pt modelId="{39D72667-F62E-4142-9583-8FE3ACCB403C}">
      <dgm:prSet phldrT="[Text]" phldr="0"/>
      <dgm:spPr>
        <a:solidFill>
          <a:schemeClr val="tx2">
            <a:lumMod val="50000"/>
            <a:lumOff val="50000"/>
          </a:schemeClr>
        </a:solidFill>
      </dgm:spPr>
      <dgm:t>
        <a:bodyPr/>
        <a:lstStyle/>
        <a:p>
          <a:r>
            <a:rPr lang="en-US" dirty="0">
              <a:solidFill>
                <a:schemeClr val="tx1"/>
              </a:solidFill>
            </a:rPr>
            <a:t>Start BUP maintenance immediately</a:t>
          </a:r>
        </a:p>
      </dgm:t>
    </dgm:pt>
    <dgm:pt modelId="{D3008A18-6F43-4C6D-B3B0-EB3A664A926C}" type="parTrans" cxnId="{29A0255D-7B87-446C-BF79-29205E5351D4}">
      <dgm:prSet/>
      <dgm:spPr/>
      <dgm:t>
        <a:bodyPr/>
        <a:lstStyle/>
        <a:p>
          <a:endParaRPr lang="en-US">
            <a:solidFill>
              <a:schemeClr val="tx1"/>
            </a:solidFill>
          </a:endParaRPr>
        </a:p>
      </dgm:t>
    </dgm:pt>
    <dgm:pt modelId="{81DCED81-934E-468D-ADF1-FA404A32804A}" type="sibTrans" cxnId="{29A0255D-7B87-446C-BF79-29205E5351D4}">
      <dgm:prSet/>
      <dgm:spPr/>
      <dgm:t>
        <a:bodyPr/>
        <a:lstStyle/>
        <a:p>
          <a:endParaRPr lang="en-US"/>
        </a:p>
      </dgm:t>
    </dgm:pt>
    <dgm:pt modelId="{9E87A288-7048-49AA-B1AC-65C023DF38A1}">
      <dgm:prSet phldrT="[Text]" phldr="0"/>
      <dgm:spPr>
        <a:solidFill>
          <a:schemeClr val="accent2">
            <a:lumMod val="60000"/>
            <a:lumOff val="40000"/>
          </a:schemeClr>
        </a:solidFill>
      </dgm:spPr>
      <dgm:t>
        <a:bodyPr/>
        <a:lstStyle/>
        <a:p>
          <a:r>
            <a:rPr lang="en-US" dirty="0">
              <a:solidFill>
                <a:schemeClr val="tx1"/>
              </a:solidFill>
            </a:rPr>
            <a:t>&gt;24hrs since last use</a:t>
          </a:r>
        </a:p>
      </dgm:t>
    </dgm:pt>
    <dgm:pt modelId="{CE63FF06-4C1C-45AC-AF0F-D8F06054FCC9}" type="parTrans" cxnId="{0737AD3B-BDC3-4610-87DB-E5E1F46B0971}">
      <dgm:prSet/>
      <dgm:spPr/>
      <dgm:t>
        <a:bodyPr/>
        <a:lstStyle/>
        <a:p>
          <a:endParaRPr lang="en-US">
            <a:solidFill>
              <a:schemeClr val="tx1"/>
            </a:solidFill>
          </a:endParaRPr>
        </a:p>
      </dgm:t>
    </dgm:pt>
    <dgm:pt modelId="{46704122-F0DD-4AEA-8276-AACDC0F4F1E2}" type="sibTrans" cxnId="{0737AD3B-BDC3-4610-87DB-E5E1F46B0971}">
      <dgm:prSet/>
      <dgm:spPr/>
      <dgm:t>
        <a:bodyPr/>
        <a:lstStyle/>
        <a:p>
          <a:endParaRPr lang="en-US"/>
        </a:p>
      </dgm:t>
    </dgm:pt>
    <dgm:pt modelId="{80995BAB-32B7-4EC9-9A28-355C44004D14}">
      <dgm:prSet phldrT="[Text]" phldr="0"/>
      <dgm:spPr>
        <a:solidFill>
          <a:schemeClr val="tx2">
            <a:lumMod val="50000"/>
            <a:lumOff val="50000"/>
          </a:schemeClr>
        </a:solidFill>
      </dgm:spPr>
      <dgm:t>
        <a:bodyPr/>
        <a:lstStyle/>
        <a:p>
          <a:r>
            <a:rPr lang="en-US" dirty="0">
              <a:solidFill>
                <a:schemeClr val="tx1"/>
              </a:solidFill>
            </a:rPr>
            <a:t>&gt;24 </a:t>
          </a:r>
          <a:r>
            <a:rPr lang="en-US" dirty="0" err="1">
              <a:solidFill>
                <a:schemeClr val="tx1"/>
              </a:solidFill>
            </a:rPr>
            <a:t>Hrs</a:t>
          </a:r>
          <a:r>
            <a:rPr lang="en-US" dirty="0">
              <a:solidFill>
                <a:schemeClr val="tx1"/>
              </a:solidFill>
            </a:rPr>
            <a:t> since last dose</a:t>
          </a:r>
        </a:p>
      </dgm:t>
    </dgm:pt>
    <dgm:pt modelId="{543778D8-D4C6-467E-9660-C84FF5BE2051}" type="parTrans" cxnId="{7D255339-2621-4E6D-B153-703AB9319C1B}">
      <dgm:prSet/>
      <dgm:spPr/>
      <dgm:t>
        <a:bodyPr/>
        <a:lstStyle/>
        <a:p>
          <a:endParaRPr lang="en-US">
            <a:solidFill>
              <a:schemeClr val="tx1"/>
            </a:solidFill>
          </a:endParaRPr>
        </a:p>
      </dgm:t>
    </dgm:pt>
    <dgm:pt modelId="{E25EB406-904F-4AD3-A7BD-C61541C0062C}" type="sibTrans" cxnId="{7D255339-2621-4E6D-B153-703AB9319C1B}">
      <dgm:prSet/>
      <dgm:spPr/>
      <dgm:t>
        <a:bodyPr/>
        <a:lstStyle/>
        <a:p>
          <a:endParaRPr lang="en-US"/>
        </a:p>
      </dgm:t>
    </dgm:pt>
    <dgm:pt modelId="{634AC20B-1F65-4A46-A8E0-3C0ACE49CA4B}">
      <dgm:prSet phldrT="[Text]" phldr="0"/>
      <dgm:spPr>
        <a:solidFill>
          <a:schemeClr val="accent2">
            <a:lumMod val="60000"/>
            <a:lumOff val="40000"/>
          </a:schemeClr>
        </a:solidFill>
        <a:ln>
          <a:solidFill>
            <a:schemeClr val="tx1"/>
          </a:solidFill>
        </a:ln>
      </dgm:spPr>
      <dgm:t>
        <a:bodyPr/>
        <a:lstStyle/>
        <a:p>
          <a:r>
            <a:rPr lang="en-US" dirty="0">
              <a:solidFill>
                <a:schemeClr val="tx1"/>
              </a:solidFill>
            </a:rPr>
            <a:t> Start 1mg BUP every hour x 8 </a:t>
          </a:r>
          <a:r>
            <a:rPr lang="en-US" dirty="0" err="1">
              <a:solidFill>
                <a:schemeClr val="tx1"/>
              </a:solidFill>
            </a:rPr>
            <a:t>hrs</a:t>
          </a:r>
          <a:r>
            <a:rPr lang="en-US" dirty="0">
              <a:solidFill>
                <a:schemeClr val="tx1"/>
              </a:solidFill>
            </a:rPr>
            <a:t> </a:t>
          </a:r>
        </a:p>
        <a:p>
          <a:r>
            <a:rPr lang="en-US" dirty="0">
              <a:solidFill>
                <a:schemeClr val="tx1"/>
              </a:solidFill>
            </a:rPr>
            <a:t>(rapid low dose induction)</a:t>
          </a:r>
        </a:p>
      </dgm:t>
    </dgm:pt>
    <dgm:pt modelId="{DA4295F3-480A-47EC-87F1-627B5FFFF7A3}" type="parTrans" cxnId="{DC625ADE-3C94-4003-A925-F573A2829615}">
      <dgm:prSet/>
      <dgm:spPr/>
      <dgm:t>
        <a:bodyPr/>
        <a:lstStyle/>
        <a:p>
          <a:endParaRPr lang="en-US">
            <a:solidFill>
              <a:schemeClr val="tx1"/>
            </a:solidFill>
          </a:endParaRPr>
        </a:p>
      </dgm:t>
    </dgm:pt>
    <dgm:pt modelId="{3C5C54EC-802D-4CDA-B461-A5AF4138530C}" type="sibTrans" cxnId="{DC625ADE-3C94-4003-A925-F573A2829615}">
      <dgm:prSet/>
      <dgm:spPr/>
      <dgm:t>
        <a:bodyPr/>
        <a:lstStyle/>
        <a:p>
          <a:endParaRPr lang="en-US"/>
        </a:p>
      </dgm:t>
    </dgm:pt>
    <dgm:pt modelId="{79D262B0-9D53-4B4D-A3F9-B7D6FB6D3820}">
      <dgm:prSet phldrT="[Text]" phldr="0"/>
      <dgm:spPr>
        <a:solidFill>
          <a:schemeClr val="accent2">
            <a:lumMod val="60000"/>
            <a:lumOff val="40000"/>
          </a:schemeClr>
        </a:solidFill>
      </dgm:spPr>
      <dgm:t>
        <a:bodyPr/>
        <a:lstStyle/>
        <a:p>
          <a:r>
            <a:rPr lang="en-US">
              <a:solidFill>
                <a:schemeClr val="tx1"/>
              </a:solidFill>
            </a:rPr>
            <a:t>Then start BUP maintenance </a:t>
          </a:r>
          <a:endParaRPr lang="en-US" dirty="0">
            <a:solidFill>
              <a:schemeClr val="tx1"/>
            </a:solidFill>
          </a:endParaRPr>
        </a:p>
      </dgm:t>
    </dgm:pt>
    <dgm:pt modelId="{09798D5B-FEB7-48BD-9DE1-41E8C00F1C1D}" type="parTrans" cxnId="{8034DBAC-49E7-458C-8926-A720A872EF32}">
      <dgm:prSet/>
      <dgm:spPr/>
      <dgm:t>
        <a:bodyPr/>
        <a:lstStyle/>
        <a:p>
          <a:endParaRPr lang="en-US">
            <a:solidFill>
              <a:schemeClr val="tx1"/>
            </a:solidFill>
          </a:endParaRPr>
        </a:p>
      </dgm:t>
    </dgm:pt>
    <dgm:pt modelId="{1DAC89FF-A278-4ABB-8D8C-B1E44F90ACA7}" type="sibTrans" cxnId="{8034DBAC-49E7-458C-8926-A720A872EF32}">
      <dgm:prSet/>
      <dgm:spPr/>
      <dgm:t>
        <a:bodyPr/>
        <a:lstStyle/>
        <a:p>
          <a:endParaRPr lang="en-US"/>
        </a:p>
      </dgm:t>
    </dgm:pt>
    <dgm:pt modelId="{8CDEC973-2D2A-4710-81E2-1B2D950FC6AF}" type="pres">
      <dgm:prSet presAssocID="{BAB7E1F6-2856-4D14-803B-6CDB26E7996B}" presName="diagram" presStyleCnt="0">
        <dgm:presLayoutVars>
          <dgm:chPref val="1"/>
          <dgm:dir/>
          <dgm:animOne val="branch"/>
          <dgm:animLvl val="lvl"/>
          <dgm:resizeHandles val="exact"/>
        </dgm:presLayoutVars>
      </dgm:prSet>
      <dgm:spPr/>
    </dgm:pt>
    <dgm:pt modelId="{9450AE1F-ECDA-4911-9CDA-52E4743EA1D2}" type="pres">
      <dgm:prSet presAssocID="{7854D6E9-FEB5-489E-80A9-AACBB150D351}" presName="root1" presStyleCnt="0"/>
      <dgm:spPr/>
    </dgm:pt>
    <dgm:pt modelId="{CF6811E3-3335-4FA9-8D2C-BA2F0EB0BED2}" type="pres">
      <dgm:prSet presAssocID="{7854D6E9-FEB5-489E-80A9-AACBB150D351}" presName="LevelOneTextNode" presStyleLbl="node0" presStyleIdx="0" presStyleCnt="1" custLinFactNeighborX="8817" custLinFactNeighborY="-27722">
        <dgm:presLayoutVars>
          <dgm:chPref val="3"/>
        </dgm:presLayoutVars>
      </dgm:prSet>
      <dgm:spPr/>
    </dgm:pt>
    <dgm:pt modelId="{C69D656E-AF01-4E3A-8915-D33178A4EE5D}" type="pres">
      <dgm:prSet presAssocID="{7854D6E9-FEB5-489E-80A9-AACBB150D351}" presName="level2hierChild" presStyleCnt="0"/>
      <dgm:spPr/>
    </dgm:pt>
    <dgm:pt modelId="{B3187DC3-9ABF-480D-A881-B634E1E8DEB3}" type="pres">
      <dgm:prSet presAssocID="{1F00C3B6-0D2D-45F6-A36B-5DD9C5D9B38F}" presName="conn2-1" presStyleLbl="parChTrans1D2" presStyleIdx="0" presStyleCnt="2"/>
      <dgm:spPr/>
    </dgm:pt>
    <dgm:pt modelId="{F980699E-C2B3-40EF-BE60-5A731A474F2A}" type="pres">
      <dgm:prSet presAssocID="{1F00C3B6-0D2D-45F6-A36B-5DD9C5D9B38F}" presName="connTx" presStyleLbl="parChTrans1D2" presStyleIdx="0" presStyleCnt="2"/>
      <dgm:spPr/>
    </dgm:pt>
    <dgm:pt modelId="{47FDABFC-819E-40FC-9C10-0594684F09CA}" type="pres">
      <dgm:prSet presAssocID="{00E2E382-A27D-4BD2-B035-B89488A14E41}" presName="root2" presStyleCnt="0"/>
      <dgm:spPr/>
    </dgm:pt>
    <dgm:pt modelId="{F9F406CE-C358-42D4-8F61-A0F08DE3E4C0}" type="pres">
      <dgm:prSet presAssocID="{00E2E382-A27D-4BD2-B035-B89488A14E41}" presName="LevelTwoTextNode" presStyleLbl="node2" presStyleIdx="0" presStyleCnt="2" custLinFactY="-24960" custLinFactNeighborX="-7966" custLinFactNeighborY="-100000">
        <dgm:presLayoutVars>
          <dgm:chPref val="3"/>
        </dgm:presLayoutVars>
      </dgm:prSet>
      <dgm:spPr/>
    </dgm:pt>
    <dgm:pt modelId="{74574048-B95F-4DD7-94F8-39938341A06A}" type="pres">
      <dgm:prSet presAssocID="{00E2E382-A27D-4BD2-B035-B89488A14E41}" presName="level3hierChild" presStyleCnt="0"/>
      <dgm:spPr/>
    </dgm:pt>
    <dgm:pt modelId="{E0B40188-6209-4C42-8E38-3776E8AB96D1}" type="pres">
      <dgm:prSet presAssocID="{CE63FF06-4C1C-45AC-AF0F-D8F06054FCC9}" presName="conn2-1" presStyleLbl="parChTrans1D3" presStyleIdx="0" presStyleCnt="2"/>
      <dgm:spPr/>
    </dgm:pt>
    <dgm:pt modelId="{23FEFA73-C3F6-403B-94FD-0852EA410818}" type="pres">
      <dgm:prSet presAssocID="{CE63FF06-4C1C-45AC-AF0F-D8F06054FCC9}" presName="connTx" presStyleLbl="parChTrans1D3" presStyleIdx="0" presStyleCnt="2"/>
      <dgm:spPr/>
    </dgm:pt>
    <dgm:pt modelId="{374EC80C-9603-4925-A74A-246D6778858A}" type="pres">
      <dgm:prSet presAssocID="{9E87A288-7048-49AA-B1AC-65C023DF38A1}" presName="root2" presStyleCnt="0"/>
      <dgm:spPr/>
    </dgm:pt>
    <dgm:pt modelId="{593EF8A3-0F94-4D6F-8A51-849A842232FC}" type="pres">
      <dgm:prSet presAssocID="{9E87A288-7048-49AA-B1AC-65C023DF38A1}" presName="LevelTwoTextNode" presStyleLbl="node3" presStyleIdx="0" presStyleCnt="2" custLinFactY="-25864" custLinFactNeighborX="-823" custLinFactNeighborY="-100000">
        <dgm:presLayoutVars>
          <dgm:chPref val="3"/>
        </dgm:presLayoutVars>
      </dgm:prSet>
      <dgm:spPr/>
    </dgm:pt>
    <dgm:pt modelId="{85FA4989-18BD-4418-B2F4-1CAD48234D77}" type="pres">
      <dgm:prSet presAssocID="{9E87A288-7048-49AA-B1AC-65C023DF38A1}" presName="level3hierChild" presStyleCnt="0"/>
      <dgm:spPr/>
    </dgm:pt>
    <dgm:pt modelId="{4A01F16F-380D-420C-838A-388A5A430A4B}" type="pres">
      <dgm:prSet presAssocID="{DA4295F3-480A-47EC-87F1-627B5FFFF7A3}" presName="conn2-1" presStyleLbl="parChTrans1D4" presStyleIdx="0" presStyleCnt="3"/>
      <dgm:spPr/>
    </dgm:pt>
    <dgm:pt modelId="{79FCBF8B-1072-47C8-8EB4-A43097814BC9}" type="pres">
      <dgm:prSet presAssocID="{DA4295F3-480A-47EC-87F1-627B5FFFF7A3}" presName="connTx" presStyleLbl="parChTrans1D4" presStyleIdx="0" presStyleCnt="3"/>
      <dgm:spPr/>
    </dgm:pt>
    <dgm:pt modelId="{3185066E-FD9E-4342-9663-A42DC7DCA18C}" type="pres">
      <dgm:prSet presAssocID="{634AC20B-1F65-4A46-A8E0-3C0ACE49CA4B}" presName="root2" presStyleCnt="0"/>
      <dgm:spPr/>
    </dgm:pt>
    <dgm:pt modelId="{499DE82E-9618-487E-8FEC-D9C89FFD12C5}" type="pres">
      <dgm:prSet presAssocID="{634AC20B-1F65-4A46-A8E0-3C0ACE49CA4B}" presName="LevelTwoTextNode" presStyleLbl="node4" presStyleIdx="0" presStyleCnt="3" custLinFactY="-26687" custLinFactNeighborX="-2879" custLinFactNeighborY="-100000">
        <dgm:presLayoutVars>
          <dgm:chPref val="3"/>
        </dgm:presLayoutVars>
      </dgm:prSet>
      <dgm:spPr/>
    </dgm:pt>
    <dgm:pt modelId="{AB9E6AC8-1DC7-4691-B6B7-5C26FEAA1BD5}" type="pres">
      <dgm:prSet presAssocID="{634AC20B-1F65-4A46-A8E0-3C0ACE49CA4B}" presName="level3hierChild" presStyleCnt="0"/>
      <dgm:spPr/>
    </dgm:pt>
    <dgm:pt modelId="{E1051CFF-D4D1-4F2F-9AB6-DA21530E1F6E}" type="pres">
      <dgm:prSet presAssocID="{09798D5B-FEB7-48BD-9DE1-41E8C00F1C1D}" presName="conn2-1" presStyleLbl="parChTrans1D4" presStyleIdx="1" presStyleCnt="3"/>
      <dgm:spPr/>
    </dgm:pt>
    <dgm:pt modelId="{44AD8052-0F90-41FE-B85E-BEA62540F8A7}" type="pres">
      <dgm:prSet presAssocID="{09798D5B-FEB7-48BD-9DE1-41E8C00F1C1D}" presName="connTx" presStyleLbl="parChTrans1D4" presStyleIdx="1" presStyleCnt="3"/>
      <dgm:spPr/>
    </dgm:pt>
    <dgm:pt modelId="{EAA246FE-61A5-43D6-AFE1-A2B7CD7863AB}" type="pres">
      <dgm:prSet presAssocID="{79D262B0-9D53-4B4D-A3F9-B7D6FB6D3820}" presName="root2" presStyleCnt="0"/>
      <dgm:spPr/>
    </dgm:pt>
    <dgm:pt modelId="{C3D8ECA2-261D-4EFC-B9B4-CD105F2FCEFC}" type="pres">
      <dgm:prSet presAssocID="{79D262B0-9D53-4B4D-A3F9-B7D6FB6D3820}" presName="LevelTwoTextNode" presStyleLbl="node4" presStyleIdx="1" presStyleCnt="3" custLinFactY="-26447" custLinFactNeighborX="-3135" custLinFactNeighborY="-100000">
        <dgm:presLayoutVars>
          <dgm:chPref val="3"/>
        </dgm:presLayoutVars>
      </dgm:prSet>
      <dgm:spPr/>
    </dgm:pt>
    <dgm:pt modelId="{42BC06F6-D294-40C6-9B06-B42173B8536C}" type="pres">
      <dgm:prSet presAssocID="{79D262B0-9D53-4B4D-A3F9-B7D6FB6D3820}" presName="level3hierChild" presStyleCnt="0"/>
      <dgm:spPr/>
    </dgm:pt>
    <dgm:pt modelId="{D99C7239-B1BC-4DD1-BEE4-C1419F17E521}" type="pres">
      <dgm:prSet presAssocID="{D27B3F8A-8586-4010-8400-D3070F27CCCA}" presName="conn2-1" presStyleLbl="parChTrans1D2" presStyleIdx="1" presStyleCnt="2"/>
      <dgm:spPr/>
    </dgm:pt>
    <dgm:pt modelId="{5D5A31E1-9F3A-4B28-BE33-E74DA2FA6F2A}" type="pres">
      <dgm:prSet presAssocID="{D27B3F8A-8586-4010-8400-D3070F27CCCA}" presName="connTx" presStyleLbl="parChTrans1D2" presStyleIdx="1" presStyleCnt="2"/>
      <dgm:spPr/>
    </dgm:pt>
    <dgm:pt modelId="{630C0DB9-D68E-4237-906F-0099D1D903A0}" type="pres">
      <dgm:prSet presAssocID="{BEA2985D-EA4A-44C4-845C-ABAEF319C222}" presName="root2" presStyleCnt="0"/>
      <dgm:spPr/>
    </dgm:pt>
    <dgm:pt modelId="{4C84E876-D9DE-4702-BC52-953C0B487E35}" type="pres">
      <dgm:prSet presAssocID="{BEA2985D-EA4A-44C4-845C-ABAEF319C222}" presName="LevelTwoTextNode" presStyleLbl="node2" presStyleIdx="1" presStyleCnt="2" custLinFactY="11528" custLinFactNeighborX="-10067" custLinFactNeighborY="100000">
        <dgm:presLayoutVars>
          <dgm:chPref val="3"/>
        </dgm:presLayoutVars>
      </dgm:prSet>
      <dgm:spPr/>
    </dgm:pt>
    <dgm:pt modelId="{C9FB7A5C-9F95-4613-8F21-44CCF66823C5}" type="pres">
      <dgm:prSet presAssocID="{BEA2985D-EA4A-44C4-845C-ABAEF319C222}" presName="level3hierChild" presStyleCnt="0"/>
      <dgm:spPr/>
    </dgm:pt>
    <dgm:pt modelId="{CEC05133-3DDD-4398-9939-E61A8799317B}" type="pres">
      <dgm:prSet presAssocID="{543778D8-D4C6-467E-9660-C84FF5BE2051}" presName="conn2-1" presStyleLbl="parChTrans1D3" presStyleIdx="1" presStyleCnt="2"/>
      <dgm:spPr/>
    </dgm:pt>
    <dgm:pt modelId="{6515108E-F149-4335-8009-FB84600EDC1D}" type="pres">
      <dgm:prSet presAssocID="{543778D8-D4C6-467E-9660-C84FF5BE2051}" presName="connTx" presStyleLbl="parChTrans1D3" presStyleIdx="1" presStyleCnt="2"/>
      <dgm:spPr/>
    </dgm:pt>
    <dgm:pt modelId="{FF9AB104-734E-4E40-9D97-AB1464C00127}" type="pres">
      <dgm:prSet presAssocID="{80995BAB-32B7-4EC9-9A28-355C44004D14}" presName="root2" presStyleCnt="0"/>
      <dgm:spPr/>
    </dgm:pt>
    <dgm:pt modelId="{70F5343B-457F-4751-AF50-037244A56605}" type="pres">
      <dgm:prSet presAssocID="{80995BAB-32B7-4EC9-9A28-355C44004D14}" presName="LevelTwoTextNode" presStyleLbl="node3" presStyleIdx="1" presStyleCnt="2" custLinFactY="11879" custLinFactNeighborX="-4936" custLinFactNeighborY="100000">
        <dgm:presLayoutVars>
          <dgm:chPref val="3"/>
        </dgm:presLayoutVars>
      </dgm:prSet>
      <dgm:spPr/>
    </dgm:pt>
    <dgm:pt modelId="{3EFE960C-024E-4204-AF67-77C202F8BDC2}" type="pres">
      <dgm:prSet presAssocID="{80995BAB-32B7-4EC9-9A28-355C44004D14}" presName="level3hierChild" presStyleCnt="0"/>
      <dgm:spPr/>
    </dgm:pt>
    <dgm:pt modelId="{41B12D98-42E7-4D01-8125-E3F46716980E}" type="pres">
      <dgm:prSet presAssocID="{D3008A18-6F43-4C6D-B3B0-EB3A664A926C}" presName="conn2-1" presStyleLbl="parChTrans1D4" presStyleIdx="2" presStyleCnt="3"/>
      <dgm:spPr/>
    </dgm:pt>
    <dgm:pt modelId="{C9969760-5125-412A-97FD-7C5E4F216DD1}" type="pres">
      <dgm:prSet presAssocID="{D3008A18-6F43-4C6D-B3B0-EB3A664A926C}" presName="connTx" presStyleLbl="parChTrans1D4" presStyleIdx="2" presStyleCnt="3"/>
      <dgm:spPr/>
    </dgm:pt>
    <dgm:pt modelId="{59270CED-B994-4B04-8FA9-A9CD4EFC1194}" type="pres">
      <dgm:prSet presAssocID="{39D72667-F62E-4142-9583-8FE3ACCB403C}" presName="root2" presStyleCnt="0"/>
      <dgm:spPr/>
    </dgm:pt>
    <dgm:pt modelId="{BD743C42-3293-4686-B7A3-584FD00DA0FF}" type="pres">
      <dgm:prSet presAssocID="{39D72667-F62E-4142-9583-8FE3ACCB403C}" presName="LevelTwoTextNode" presStyleLbl="node4" presStyleIdx="2" presStyleCnt="3" custLinFactY="12350" custLinFactNeighborX="-195" custLinFactNeighborY="100000">
        <dgm:presLayoutVars>
          <dgm:chPref val="3"/>
        </dgm:presLayoutVars>
      </dgm:prSet>
      <dgm:spPr/>
    </dgm:pt>
    <dgm:pt modelId="{CBEE22C1-02A3-4B5E-BDC7-2CC13A47747A}" type="pres">
      <dgm:prSet presAssocID="{39D72667-F62E-4142-9583-8FE3ACCB403C}" presName="level3hierChild" presStyleCnt="0"/>
      <dgm:spPr/>
    </dgm:pt>
  </dgm:ptLst>
  <dgm:cxnLst>
    <dgm:cxn modelId="{B0EA7E06-F52C-41D7-9A05-605E1A69A13A}" type="presOf" srcId="{D3008A18-6F43-4C6D-B3B0-EB3A664A926C}" destId="{C9969760-5125-412A-97FD-7C5E4F216DD1}" srcOrd="1" destOrd="0" presId="urn:microsoft.com/office/officeart/2005/8/layout/hierarchy2"/>
    <dgm:cxn modelId="{3752CD06-C211-47EA-88C2-94459C4E2A70}" type="presOf" srcId="{09798D5B-FEB7-48BD-9DE1-41E8C00F1C1D}" destId="{44AD8052-0F90-41FE-B85E-BEA62540F8A7}" srcOrd="1" destOrd="0" presId="urn:microsoft.com/office/officeart/2005/8/layout/hierarchy2"/>
    <dgm:cxn modelId="{B5134C19-FBE4-4210-BEB7-CFABCA3633CA}" type="presOf" srcId="{D27B3F8A-8586-4010-8400-D3070F27CCCA}" destId="{5D5A31E1-9F3A-4B28-BE33-E74DA2FA6F2A}" srcOrd="1" destOrd="0" presId="urn:microsoft.com/office/officeart/2005/8/layout/hierarchy2"/>
    <dgm:cxn modelId="{9C52292F-E304-408C-A08C-76DE533F9863}" type="presOf" srcId="{DA4295F3-480A-47EC-87F1-627B5FFFF7A3}" destId="{79FCBF8B-1072-47C8-8EB4-A43097814BC9}" srcOrd="1" destOrd="0" presId="urn:microsoft.com/office/officeart/2005/8/layout/hierarchy2"/>
    <dgm:cxn modelId="{623B4A31-22FC-4B92-A490-59D8B4975C33}" type="presOf" srcId="{543778D8-D4C6-467E-9660-C84FF5BE2051}" destId="{6515108E-F149-4335-8009-FB84600EDC1D}" srcOrd="1" destOrd="0" presId="urn:microsoft.com/office/officeart/2005/8/layout/hierarchy2"/>
    <dgm:cxn modelId="{7D255339-2621-4E6D-B153-703AB9319C1B}" srcId="{BEA2985D-EA4A-44C4-845C-ABAEF319C222}" destId="{80995BAB-32B7-4EC9-9A28-355C44004D14}" srcOrd="0" destOrd="0" parTransId="{543778D8-D4C6-467E-9660-C84FF5BE2051}" sibTransId="{E25EB406-904F-4AD3-A7BD-C61541C0062C}"/>
    <dgm:cxn modelId="{0737AD3B-BDC3-4610-87DB-E5E1F46B0971}" srcId="{00E2E382-A27D-4BD2-B035-B89488A14E41}" destId="{9E87A288-7048-49AA-B1AC-65C023DF38A1}" srcOrd="0" destOrd="0" parTransId="{CE63FF06-4C1C-45AC-AF0F-D8F06054FCC9}" sibTransId="{46704122-F0DD-4AEA-8276-AACDC0F4F1E2}"/>
    <dgm:cxn modelId="{1FF20E3D-F5B0-4C25-AD8C-F966819FBA08}" type="presOf" srcId="{BAB7E1F6-2856-4D14-803B-6CDB26E7996B}" destId="{8CDEC973-2D2A-4710-81E2-1B2D950FC6AF}" srcOrd="0" destOrd="0" presId="urn:microsoft.com/office/officeart/2005/8/layout/hierarchy2"/>
    <dgm:cxn modelId="{7A8B415B-5AD3-44B7-B6C1-42543B4ED424}" type="presOf" srcId="{80995BAB-32B7-4EC9-9A28-355C44004D14}" destId="{70F5343B-457F-4751-AF50-037244A56605}" srcOrd="0" destOrd="0" presId="urn:microsoft.com/office/officeart/2005/8/layout/hierarchy2"/>
    <dgm:cxn modelId="{29A0255D-7B87-446C-BF79-29205E5351D4}" srcId="{80995BAB-32B7-4EC9-9A28-355C44004D14}" destId="{39D72667-F62E-4142-9583-8FE3ACCB403C}" srcOrd="0" destOrd="0" parTransId="{D3008A18-6F43-4C6D-B3B0-EB3A664A926C}" sibTransId="{81DCED81-934E-468D-ADF1-FA404A32804A}"/>
    <dgm:cxn modelId="{55717264-777A-40E5-8314-4099CE4A3362}" srcId="{7854D6E9-FEB5-489E-80A9-AACBB150D351}" destId="{BEA2985D-EA4A-44C4-845C-ABAEF319C222}" srcOrd="1" destOrd="0" parTransId="{D27B3F8A-8586-4010-8400-D3070F27CCCA}" sibTransId="{8E621E7C-1DB7-4B6B-9FEA-F9753D9C0897}"/>
    <dgm:cxn modelId="{DB4E6C6F-B08C-448B-B41D-90EE167D1B54}" type="presOf" srcId="{79D262B0-9D53-4B4D-A3F9-B7D6FB6D3820}" destId="{C3D8ECA2-261D-4EFC-B9B4-CD105F2FCEFC}" srcOrd="0" destOrd="0" presId="urn:microsoft.com/office/officeart/2005/8/layout/hierarchy2"/>
    <dgm:cxn modelId="{483F4A52-942C-47B0-8939-F43DF337F550}" type="presOf" srcId="{9E87A288-7048-49AA-B1AC-65C023DF38A1}" destId="{593EF8A3-0F94-4D6F-8A51-849A842232FC}" srcOrd="0" destOrd="0" presId="urn:microsoft.com/office/officeart/2005/8/layout/hierarchy2"/>
    <dgm:cxn modelId="{25275878-62D2-4E59-81EC-EE2B07B11038}" type="presOf" srcId="{BEA2985D-EA4A-44C4-845C-ABAEF319C222}" destId="{4C84E876-D9DE-4702-BC52-953C0B487E35}" srcOrd="0" destOrd="0" presId="urn:microsoft.com/office/officeart/2005/8/layout/hierarchy2"/>
    <dgm:cxn modelId="{FFD3795A-7BF3-47AA-B4C9-34DC1C872D96}" type="presOf" srcId="{1F00C3B6-0D2D-45F6-A36B-5DD9C5D9B38F}" destId="{B3187DC3-9ABF-480D-A881-B634E1E8DEB3}" srcOrd="0" destOrd="0" presId="urn:microsoft.com/office/officeart/2005/8/layout/hierarchy2"/>
    <dgm:cxn modelId="{C431D192-0C73-4751-9349-0B622F480FB3}" type="presOf" srcId="{634AC20B-1F65-4A46-A8E0-3C0ACE49CA4B}" destId="{499DE82E-9618-487E-8FEC-D9C89FFD12C5}" srcOrd="0" destOrd="0" presId="urn:microsoft.com/office/officeart/2005/8/layout/hierarchy2"/>
    <dgm:cxn modelId="{500D6D99-EB8F-4CD1-A4C5-61B229C7EC21}" type="presOf" srcId="{543778D8-D4C6-467E-9660-C84FF5BE2051}" destId="{CEC05133-3DDD-4398-9939-E61A8799317B}" srcOrd="0" destOrd="0" presId="urn:microsoft.com/office/officeart/2005/8/layout/hierarchy2"/>
    <dgm:cxn modelId="{8175B99F-ABF4-4B2D-A60A-08FEC4EA33D8}" type="presOf" srcId="{7854D6E9-FEB5-489E-80A9-AACBB150D351}" destId="{CF6811E3-3335-4FA9-8D2C-BA2F0EB0BED2}" srcOrd="0" destOrd="0" presId="urn:microsoft.com/office/officeart/2005/8/layout/hierarchy2"/>
    <dgm:cxn modelId="{455FD99F-9FC6-40D2-AA57-B56F9331F7FC}" type="presOf" srcId="{39D72667-F62E-4142-9583-8FE3ACCB403C}" destId="{BD743C42-3293-4686-B7A3-584FD00DA0FF}" srcOrd="0" destOrd="0" presId="urn:microsoft.com/office/officeart/2005/8/layout/hierarchy2"/>
    <dgm:cxn modelId="{123298A9-E03E-4222-AC45-D5DF612BF126}" srcId="{7854D6E9-FEB5-489E-80A9-AACBB150D351}" destId="{00E2E382-A27D-4BD2-B035-B89488A14E41}" srcOrd="0" destOrd="0" parTransId="{1F00C3B6-0D2D-45F6-A36B-5DD9C5D9B38F}" sibTransId="{D1A67388-1ECA-4F41-9A82-B2E4AB6AA345}"/>
    <dgm:cxn modelId="{8034DBAC-49E7-458C-8926-A720A872EF32}" srcId="{634AC20B-1F65-4A46-A8E0-3C0ACE49CA4B}" destId="{79D262B0-9D53-4B4D-A3F9-B7D6FB6D3820}" srcOrd="0" destOrd="0" parTransId="{09798D5B-FEB7-48BD-9DE1-41E8C00F1C1D}" sibTransId="{1DAC89FF-A278-4ABB-8D8C-B1E44F90ACA7}"/>
    <dgm:cxn modelId="{BAC12CB3-6AF6-43A9-AACD-11ACDFF0EC47}" type="presOf" srcId="{00E2E382-A27D-4BD2-B035-B89488A14E41}" destId="{F9F406CE-C358-42D4-8F61-A0F08DE3E4C0}" srcOrd="0" destOrd="0" presId="urn:microsoft.com/office/officeart/2005/8/layout/hierarchy2"/>
    <dgm:cxn modelId="{B5E9DACC-36AF-4B2E-AF5E-958C9EBB1A21}" srcId="{BAB7E1F6-2856-4D14-803B-6CDB26E7996B}" destId="{7854D6E9-FEB5-489E-80A9-AACBB150D351}" srcOrd="0" destOrd="0" parTransId="{DE377339-375F-4283-B6ED-A899058857DD}" sibTransId="{4B3B72F7-2826-4C2E-99C8-FBE2E5CE2803}"/>
    <dgm:cxn modelId="{FDABDED4-8B29-41FB-8D09-484CEA54EC06}" type="presOf" srcId="{CE63FF06-4C1C-45AC-AF0F-D8F06054FCC9}" destId="{E0B40188-6209-4C42-8E38-3776E8AB96D1}" srcOrd="0" destOrd="0" presId="urn:microsoft.com/office/officeart/2005/8/layout/hierarchy2"/>
    <dgm:cxn modelId="{B06C23D5-5A84-40EE-952E-B55BD4A80D0F}" type="presOf" srcId="{CE63FF06-4C1C-45AC-AF0F-D8F06054FCC9}" destId="{23FEFA73-C3F6-403B-94FD-0852EA410818}" srcOrd="1" destOrd="0" presId="urn:microsoft.com/office/officeart/2005/8/layout/hierarchy2"/>
    <dgm:cxn modelId="{8668CDD7-A65D-4665-8021-C941C47CB226}" type="presOf" srcId="{D27B3F8A-8586-4010-8400-D3070F27CCCA}" destId="{D99C7239-B1BC-4DD1-BEE4-C1419F17E521}" srcOrd="0" destOrd="0" presId="urn:microsoft.com/office/officeart/2005/8/layout/hierarchy2"/>
    <dgm:cxn modelId="{CDBD46DA-10E7-4ADD-A29E-93FC1F490CFC}" type="presOf" srcId="{09798D5B-FEB7-48BD-9DE1-41E8C00F1C1D}" destId="{E1051CFF-D4D1-4F2F-9AB6-DA21530E1F6E}" srcOrd="0" destOrd="0" presId="urn:microsoft.com/office/officeart/2005/8/layout/hierarchy2"/>
    <dgm:cxn modelId="{DC625ADE-3C94-4003-A925-F573A2829615}" srcId="{9E87A288-7048-49AA-B1AC-65C023DF38A1}" destId="{634AC20B-1F65-4A46-A8E0-3C0ACE49CA4B}" srcOrd="0" destOrd="0" parTransId="{DA4295F3-480A-47EC-87F1-627B5FFFF7A3}" sibTransId="{3C5C54EC-802D-4CDA-B461-A5AF4138530C}"/>
    <dgm:cxn modelId="{8310FEDF-A135-42CF-A756-0B5223BBDC0C}" type="presOf" srcId="{D3008A18-6F43-4C6D-B3B0-EB3A664A926C}" destId="{41B12D98-42E7-4D01-8125-E3F46716980E}" srcOrd="0" destOrd="0" presId="urn:microsoft.com/office/officeart/2005/8/layout/hierarchy2"/>
    <dgm:cxn modelId="{321FFBF2-41EA-4825-A6CE-E861AC264830}" type="presOf" srcId="{1F00C3B6-0D2D-45F6-A36B-5DD9C5D9B38F}" destId="{F980699E-C2B3-40EF-BE60-5A731A474F2A}" srcOrd="1" destOrd="0" presId="urn:microsoft.com/office/officeart/2005/8/layout/hierarchy2"/>
    <dgm:cxn modelId="{85E498F3-22D8-4151-A532-95A257F0DAF1}" type="presOf" srcId="{DA4295F3-480A-47EC-87F1-627B5FFFF7A3}" destId="{4A01F16F-380D-420C-838A-388A5A430A4B}" srcOrd="0" destOrd="0" presId="urn:microsoft.com/office/officeart/2005/8/layout/hierarchy2"/>
    <dgm:cxn modelId="{0A798E67-D825-43BA-9A27-6A98B4B84F77}" type="presParOf" srcId="{8CDEC973-2D2A-4710-81E2-1B2D950FC6AF}" destId="{9450AE1F-ECDA-4911-9CDA-52E4743EA1D2}" srcOrd="0" destOrd="0" presId="urn:microsoft.com/office/officeart/2005/8/layout/hierarchy2"/>
    <dgm:cxn modelId="{9B9D2DDC-65CA-4AB2-B6F3-EEEF883DE4F8}" type="presParOf" srcId="{9450AE1F-ECDA-4911-9CDA-52E4743EA1D2}" destId="{CF6811E3-3335-4FA9-8D2C-BA2F0EB0BED2}" srcOrd="0" destOrd="0" presId="urn:microsoft.com/office/officeart/2005/8/layout/hierarchy2"/>
    <dgm:cxn modelId="{703DBE6D-ADE8-4DE5-8F30-85F66F0CB0B4}" type="presParOf" srcId="{9450AE1F-ECDA-4911-9CDA-52E4743EA1D2}" destId="{C69D656E-AF01-4E3A-8915-D33178A4EE5D}" srcOrd="1" destOrd="0" presId="urn:microsoft.com/office/officeart/2005/8/layout/hierarchy2"/>
    <dgm:cxn modelId="{DD403E1A-EED6-450D-960C-BE6675973157}" type="presParOf" srcId="{C69D656E-AF01-4E3A-8915-D33178A4EE5D}" destId="{B3187DC3-9ABF-480D-A881-B634E1E8DEB3}" srcOrd="0" destOrd="0" presId="urn:microsoft.com/office/officeart/2005/8/layout/hierarchy2"/>
    <dgm:cxn modelId="{D5CD6D28-F89E-4F38-90EC-E0839990B888}" type="presParOf" srcId="{B3187DC3-9ABF-480D-A881-B634E1E8DEB3}" destId="{F980699E-C2B3-40EF-BE60-5A731A474F2A}" srcOrd="0" destOrd="0" presId="urn:microsoft.com/office/officeart/2005/8/layout/hierarchy2"/>
    <dgm:cxn modelId="{5066A8EF-7E5F-410F-8DE8-98AC22263573}" type="presParOf" srcId="{C69D656E-AF01-4E3A-8915-D33178A4EE5D}" destId="{47FDABFC-819E-40FC-9C10-0594684F09CA}" srcOrd="1" destOrd="0" presId="urn:microsoft.com/office/officeart/2005/8/layout/hierarchy2"/>
    <dgm:cxn modelId="{C68DD101-0349-476B-A6CB-E1423541AE36}" type="presParOf" srcId="{47FDABFC-819E-40FC-9C10-0594684F09CA}" destId="{F9F406CE-C358-42D4-8F61-A0F08DE3E4C0}" srcOrd="0" destOrd="0" presId="urn:microsoft.com/office/officeart/2005/8/layout/hierarchy2"/>
    <dgm:cxn modelId="{FF6E1D14-3074-4EA0-A87A-D09A72903E22}" type="presParOf" srcId="{47FDABFC-819E-40FC-9C10-0594684F09CA}" destId="{74574048-B95F-4DD7-94F8-39938341A06A}" srcOrd="1" destOrd="0" presId="urn:microsoft.com/office/officeart/2005/8/layout/hierarchy2"/>
    <dgm:cxn modelId="{283CF486-0E4B-49AC-A137-47E2898CA144}" type="presParOf" srcId="{74574048-B95F-4DD7-94F8-39938341A06A}" destId="{E0B40188-6209-4C42-8E38-3776E8AB96D1}" srcOrd="0" destOrd="0" presId="urn:microsoft.com/office/officeart/2005/8/layout/hierarchy2"/>
    <dgm:cxn modelId="{E0CCDEDF-91FB-43BC-AA6E-27C1E6C37B7B}" type="presParOf" srcId="{E0B40188-6209-4C42-8E38-3776E8AB96D1}" destId="{23FEFA73-C3F6-403B-94FD-0852EA410818}" srcOrd="0" destOrd="0" presId="urn:microsoft.com/office/officeart/2005/8/layout/hierarchy2"/>
    <dgm:cxn modelId="{10ABF7BD-117C-4741-8672-4A9BB711625F}" type="presParOf" srcId="{74574048-B95F-4DD7-94F8-39938341A06A}" destId="{374EC80C-9603-4925-A74A-246D6778858A}" srcOrd="1" destOrd="0" presId="urn:microsoft.com/office/officeart/2005/8/layout/hierarchy2"/>
    <dgm:cxn modelId="{3A2FEE9B-816A-4C44-863C-185095571CD0}" type="presParOf" srcId="{374EC80C-9603-4925-A74A-246D6778858A}" destId="{593EF8A3-0F94-4D6F-8A51-849A842232FC}" srcOrd="0" destOrd="0" presId="urn:microsoft.com/office/officeart/2005/8/layout/hierarchy2"/>
    <dgm:cxn modelId="{EC387E96-DF1A-436F-B61C-61EF6BEC4EFA}" type="presParOf" srcId="{374EC80C-9603-4925-A74A-246D6778858A}" destId="{85FA4989-18BD-4418-B2F4-1CAD48234D77}" srcOrd="1" destOrd="0" presId="urn:microsoft.com/office/officeart/2005/8/layout/hierarchy2"/>
    <dgm:cxn modelId="{AB1166DC-485E-4A57-95ED-292DD101D19D}" type="presParOf" srcId="{85FA4989-18BD-4418-B2F4-1CAD48234D77}" destId="{4A01F16F-380D-420C-838A-388A5A430A4B}" srcOrd="0" destOrd="0" presId="urn:microsoft.com/office/officeart/2005/8/layout/hierarchy2"/>
    <dgm:cxn modelId="{AE1A64E0-BD7D-4652-8062-9334604E4E58}" type="presParOf" srcId="{4A01F16F-380D-420C-838A-388A5A430A4B}" destId="{79FCBF8B-1072-47C8-8EB4-A43097814BC9}" srcOrd="0" destOrd="0" presId="urn:microsoft.com/office/officeart/2005/8/layout/hierarchy2"/>
    <dgm:cxn modelId="{5C32A48A-46CE-42AD-9331-562CE4960624}" type="presParOf" srcId="{85FA4989-18BD-4418-B2F4-1CAD48234D77}" destId="{3185066E-FD9E-4342-9663-A42DC7DCA18C}" srcOrd="1" destOrd="0" presId="urn:microsoft.com/office/officeart/2005/8/layout/hierarchy2"/>
    <dgm:cxn modelId="{E421CE8E-FEF8-41CE-9AF2-ACB4FB0E3A1F}" type="presParOf" srcId="{3185066E-FD9E-4342-9663-A42DC7DCA18C}" destId="{499DE82E-9618-487E-8FEC-D9C89FFD12C5}" srcOrd="0" destOrd="0" presId="urn:microsoft.com/office/officeart/2005/8/layout/hierarchy2"/>
    <dgm:cxn modelId="{5DEB53E5-B944-4AD3-8CA6-DF59B4573867}" type="presParOf" srcId="{3185066E-FD9E-4342-9663-A42DC7DCA18C}" destId="{AB9E6AC8-1DC7-4691-B6B7-5C26FEAA1BD5}" srcOrd="1" destOrd="0" presId="urn:microsoft.com/office/officeart/2005/8/layout/hierarchy2"/>
    <dgm:cxn modelId="{216F36B8-F9CA-4747-BC0A-C2A784619704}" type="presParOf" srcId="{AB9E6AC8-1DC7-4691-B6B7-5C26FEAA1BD5}" destId="{E1051CFF-D4D1-4F2F-9AB6-DA21530E1F6E}" srcOrd="0" destOrd="0" presId="urn:microsoft.com/office/officeart/2005/8/layout/hierarchy2"/>
    <dgm:cxn modelId="{A1823F3E-6797-483F-BA41-510A0F6BCB47}" type="presParOf" srcId="{E1051CFF-D4D1-4F2F-9AB6-DA21530E1F6E}" destId="{44AD8052-0F90-41FE-B85E-BEA62540F8A7}" srcOrd="0" destOrd="0" presId="urn:microsoft.com/office/officeart/2005/8/layout/hierarchy2"/>
    <dgm:cxn modelId="{489A668E-8C50-4F3A-BCE3-031517B6CBB9}" type="presParOf" srcId="{AB9E6AC8-1DC7-4691-B6B7-5C26FEAA1BD5}" destId="{EAA246FE-61A5-43D6-AFE1-A2B7CD7863AB}" srcOrd="1" destOrd="0" presId="urn:microsoft.com/office/officeart/2005/8/layout/hierarchy2"/>
    <dgm:cxn modelId="{22D554C5-E1F8-454E-B115-5D76FFBF0981}" type="presParOf" srcId="{EAA246FE-61A5-43D6-AFE1-A2B7CD7863AB}" destId="{C3D8ECA2-261D-4EFC-B9B4-CD105F2FCEFC}" srcOrd="0" destOrd="0" presId="urn:microsoft.com/office/officeart/2005/8/layout/hierarchy2"/>
    <dgm:cxn modelId="{15BF4451-CFC7-444C-81A9-4078CA4D21D3}" type="presParOf" srcId="{EAA246FE-61A5-43D6-AFE1-A2B7CD7863AB}" destId="{42BC06F6-D294-40C6-9B06-B42173B8536C}" srcOrd="1" destOrd="0" presId="urn:microsoft.com/office/officeart/2005/8/layout/hierarchy2"/>
    <dgm:cxn modelId="{140195DE-4D9E-4964-A99D-E44AFA599713}" type="presParOf" srcId="{C69D656E-AF01-4E3A-8915-D33178A4EE5D}" destId="{D99C7239-B1BC-4DD1-BEE4-C1419F17E521}" srcOrd="2" destOrd="0" presId="urn:microsoft.com/office/officeart/2005/8/layout/hierarchy2"/>
    <dgm:cxn modelId="{93FE9FCF-DBD4-4EDA-A819-E4BBD4185A2A}" type="presParOf" srcId="{D99C7239-B1BC-4DD1-BEE4-C1419F17E521}" destId="{5D5A31E1-9F3A-4B28-BE33-E74DA2FA6F2A}" srcOrd="0" destOrd="0" presId="urn:microsoft.com/office/officeart/2005/8/layout/hierarchy2"/>
    <dgm:cxn modelId="{0ECC5B44-4826-4E34-B5D2-F73F26D66D56}" type="presParOf" srcId="{C69D656E-AF01-4E3A-8915-D33178A4EE5D}" destId="{630C0DB9-D68E-4237-906F-0099D1D903A0}" srcOrd="3" destOrd="0" presId="urn:microsoft.com/office/officeart/2005/8/layout/hierarchy2"/>
    <dgm:cxn modelId="{31CC1CB6-5A2D-4C91-989D-19DEFDD8F9EE}" type="presParOf" srcId="{630C0DB9-D68E-4237-906F-0099D1D903A0}" destId="{4C84E876-D9DE-4702-BC52-953C0B487E35}" srcOrd="0" destOrd="0" presId="urn:microsoft.com/office/officeart/2005/8/layout/hierarchy2"/>
    <dgm:cxn modelId="{D87AC418-5D91-4C38-B523-F0B899659778}" type="presParOf" srcId="{630C0DB9-D68E-4237-906F-0099D1D903A0}" destId="{C9FB7A5C-9F95-4613-8F21-44CCF66823C5}" srcOrd="1" destOrd="0" presId="urn:microsoft.com/office/officeart/2005/8/layout/hierarchy2"/>
    <dgm:cxn modelId="{C63502DA-2B75-4094-900E-2BF9DB389885}" type="presParOf" srcId="{C9FB7A5C-9F95-4613-8F21-44CCF66823C5}" destId="{CEC05133-3DDD-4398-9939-E61A8799317B}" srcOrd="0" destOrd="0" presId="urn:microsoft.com/office/officeart/2005/8/layout/hierarchy2"/>
    <dgm:cxn modelId="{0D0F8418-C2E5-447A-AB1B-226BFAC2A04A}" type="presParOf" srcId="{CEC05133-3DDD-4398-9939-E61A8799317B}" destId="{6515108E-F149-4335-8009-FB84600EDC1D}" srcOrd="0" destOrd="0" presId="urn:microsoft.com/office/officeart/2005/8/layout/hierarchy2"/>
    <dgm:cxn modelId="{B0B885F7-4C1D-42F4-A23E-8AC4FD4A0ADD}" type="presParOf" srcId="{C9FB7A5C-9F95-4613-8F21-44CCF66823C5}" destId="{FF9AB104-734E-4E40-9D97-AB1464C00127}" srcOrd="1" destOrd="0" presId="urn:microsoft.com/office/officeart/2005/8/layout/hierarchy2"/>
    <dgm:cxn modelId="{86727CF8-80A5-4B44-9EF2-3D255CCD9CDB}" type="presParOf" srcId="{FF9AB104-734E-4E40-9D97-AB1464C00127}" destId="{70F5343B-457F-4751-AF50-037244A56605}" srcOrd="0" destOrd="0" presId="urn:microsoft.com/office/officeart/2005/8/layout/hierarchy2"/>
    <dgm:cxn modelId="{745F64B6-F5E3-4A07-97A1-79529D6565DA}" type="presParOf" srcId="{FF9AB104-734E-4E40-9D97-AB1464C00127}" destId="{3EFE960C-024E-4204-AF67-77C202F8BDC2}" srcOrd="1" destOrd="0" presId="urn:microsoft.com/office/officeart/2005/8/layout/hierarchy2"/>
    <dgm:cxn modelId="{B0601291-6AF5-4124-8A49-C8BE58450BBF}" type="presParOf" srcId="{3EFE960C-024E-4204-AF67-77C202F8BDC2}" destId="{41B12D98-42E7-4D01-8125-E3F46716980E}" srcOrd="0" destOrd="0" presId="urn:microsoft.com/office/officeart/2005/8/layout/hierarchy2"/>
    <dgm:cxn modelId="{44F9673D-DCA5-417A-880E-5766E4E1B0EF}" type="presParOf" srcId="{41B12D98-42E7-4D01-8125-E3F46716980E}" destId="{C9969760-5125-412A-97FD-7C5E4F216DD1}" srcOrd="0" destOrd="0" presId="urn:microsoft.com/office/officeart/2005/8/layout/hierarchy2"/>
    <dgm:cxn modelId="{67ED6489-C7B9-496A-8BE0-518A5306F145}" type="presParOf" srcId="{3EFE960C-024E-4204-AF67-77C202F8BDC2}" destId="{59270CED-B994-4B04-8FA9-A9CD4EFC1194}" srcOrd="1" destOrd="0" presId="urn:microsoft.com/office/officeart/2005/8/layout/hierarchy2"/>
    <dgm:cxn modelId="{854D949C-F7C3-4B1F-9366-0B05CA98F0C8}" type="presParOf" srcId="{59270CED-B994-4B04-8FA9-A9CD4EFC1194}" destId="{BD743C42-3293-4686-B7A3-584FD00DA0FF}" srcOrd="0" destOrd="0" presId="urn:microsoft.com/office/officeart/2005/8/layout/hierarchy2"/>
    <dgm:cxn modelId="{47CE1332-34E5-40A5-B30A-F534ADFDC751}" type="presParOf" srcId="{59270CED-B994-4B04-8FA9-A9CD4EFC1194}" destId="{CBEE22C1-02A3-4B5E-BDC7-2CC13A47747A}" srcOrd="1" destOrd="0" presId="urn:microsoft.com/office/officeart/2005/8/layout/hierarchy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BAB7E1F6-2856-4D14-803B-6CDB26E7996B}" type="doc">
      <dgm:prSet loTypeId="urn:microsoft.com/office/officeart/2005/8/layout/hierarchy2" loCatId="hierarchy" qsTypeId="urn:microsoft.com/office/officeart/2005/8/quickstyle/simple1" qsCatId="simple" csTypeId="urn:microsoft.com/office/officeart/2005/8/colors/accent1_2" csCatId="accent1" phldr="1"/>
      <dgm:spPr/>
      <dgm:t>
        <a:bodyPr/>
        <a:lstStyle/>
        <a:p>
          <a:endParaRPr lang="en-US"/>
        </a:p>
      </dgm:t>
    </dgm:pt>
    <dgm:pt modelId="{7854D6E9-FEB5-489E-80A9-AACBB150D351}">
      <dgm:prSet phldrT="[Text]" phldr="0" custT="1"/>
      <dgm:spPr>
        <a:solidFill>
          <a:schemeClr val="bg1">
            <a:lumMod val="75000"/>
          </a:schemeClr>
        </a:solidFill>
        <a:ln>
          <a:solidFill>
            <a:schemeClr val="tx1"/>
          </a:solidFill>
        </a:ln>
      </dgm:spPr>
      <dgm:t>
        <a:bodyPr/>
        <a:lstStyle/>
        <a:p>
          <a:r>
            <a:rPr lang="en-US" sz="1600" dirty="0">
              <a:solidFill>
                <a:schemeClr val="tx1"/>
              </a:solidFill>
            </a:rPr>
            <a:t>Person with OUD</a:t>
          </a:r>
        </a:p>
        <a:p>
          <a:r>
            <a:rPr lang="en-US" sz="1600" dirty="0">
              <a:solidFill>
                <a:schemeClr val="tx1"/>
              </a:solidFill>
            </a:rPr>
            <a:t>On Suboxone MAT</a:t>
          </a:r>
        </a:p>
        <a:p>
          <a:r>
            <a:rPr lang="en-US" sz="1600" dirty="0">
              <a:solidFill>
                <a:schemeClr val="tx1"/>
              </a:solidFill>
            </a:rPr>
            <a:t>F/u Appt</a:t>
          </a:r>
        </a:p>
      </dgm:t>
    </dgm:pt>
    <dgm:pt modelId="{DE377339-375F-4283-B6ED-A899058857DD}" type="parTrans" cxnId="{B5E9DACC-36AF-4B2E-AF5E-958C9EBB1A21}">
      <dgm:prSet/>
      <dgm:spPr/>
      <dgm:t>
        <a:bodyPr/>
        <a:lstStyle/>
        <a:p>
          <a:endParaRPr lang="en-US"/>
        </a:p>
      </dgm:t>
    </dgm:pt>
    <dgm:pt modelId="{4B3B72F7-2826-4C2E-99C8-FBE2E5CE2803}" type="sibTrans" cxnId="{B5E9DACC-36AF-4B2E-AF5E-958C9EBB1A21}">
      <dgm:prSet/>
      <dgm:spPr/>
      <dgm:t>
        <a:bodyPr/>
        <a:lstStyle/>
        <a:p>
          <a:endParaRPr lang="en-US"/>
        </a:p>
      </dgm:t>
    </dgm:pt>
    <dgm:pt modelId="{00E2E382-A27D-4BD2-B035-B89488A14E41}">
      <dgm:prSet phldrT="[Text]" phldr="0" custT="1"/>
      <dgm:spPr>
        <a:solidFill>
          <a:schemeClr val="accent5">
            <a:lumMod val="40000"/>
            <a:lumOff val="60000"/>
          </a:schemeClr>
        </a:solidFill>
        <a:ln>
          <a:noFill/>
        </a:ln>
      </dgm:spPr>
      <dgm:t>
        <a:bodyPr/>
        <a:lstStyle/>
        <a:p>
          <a:r>
            <a:rPr lang="en-US" sz="1400" dirty="0">
              <a:solidFill>
                <a:schemeClr val="tx1"/>
              </a:solidFill>
            </a:rPr>
            <a:t>UDS + for BUP and </a:t>
          </a:r>
          <a:r>
            <a:rPr lang="en-US" sz="1400" b="1" u="sng" dirty="0">
              <a:solidFill>
                <a:schemeClr val="tx1"/>
              </a:solidFill>
            </a:rPr>
            <a:t>MET</a:t>
          </a:r>
        </a:p>
        <a:p>
          <a:r>
            <a:rPr lang="en-US" sz="1400" b="0" u="none" dirty="0">
              <a:solidFill>
                <a:schemeClr val="tx1"/>
              </a:solidFill>
            </a:rPr>
            <a:t>(methamphetamine use)</a:t>
          </a:r>
        </a:p>
      </dgm:t>
    </dgm:pt>
    <dgm:pt modelId="{1F00C3B6-0D2D-45F6-A36B-5DD9C5D9B38F}" type="parTrans" cxnId="{123298A9-E03E-4222-AC45-D5DF612BF126}">
      <dgm:prSet/>
      <dgm:spPr/>
      <dgm:t>
        <a:bodyPr/>
        <a:lstStyle/>
        <a:p>
          <a:endParaRPr lang="en-US"/>
        </a:p>
      </dgm:t>
    </dgm:pt>
    <dgm:pt modelId="{D1A67388-1ECA-4F41-9A82-B2E4AB6AA345}" type="sibTrans" cxnId="{123298A9-E03E-4222-AC45-D5DF612BF126}">
      <dgm:prSet/>
      <dgm:spPr/>
      <dgm:t>
        <a:bodyPr/>
        <a:lstStyle/>
        <a:p>
          <a:endParaRPr lang="en-US"/>
        </a:p>
      </dgm:t>
    </dgm:pt>
    <dgm:pt modelId="{BEA2985D-EA4A-44C4-845C-ABAEF319C222}">
      <dgm:prSet phldrT="[Text]" phldr="0" custT="1"/>
      <dgm:spPr>
        <a:solidFill>
          <a:schemeClr val="accent3">
            <a:lumMod val="60000"/>
            <a:lumOff val="40000"/>
          </a:schemeClr>
        </a:solidFill>
      </dgm:spPr>
      <dgm:t>
        <a:bodyPr/>
        <a:lstStyle/>
        <a:p>
          <a:r>
            <a:rPr lang="en-US" sz="1400" dirty="0">
              <a:solidFill>
                <a:schemeClr val="tx1"/>
              </a:solidFill>
            </a:rPr>
            <a:t>UDS + for BUP and </a:t>
          </a:r>
          <a:r>
            <a:rPr lang="en-US" sz="1400" b="1" u="sng" dirty="0">
              <a:solidFill>
                <a:schemeClr val="tx1"/>
              </a:solidFill>
            </a:rPr>
            <a:t>FENT</a:t>
          </a:r>
        </a:p>
        <a:p>
          <a:r>
            <a:rPr lang="en-US" sz="1400" b="0" u="none" dirty="0">
              <a:solidFill>
                <a:schemeClr val="tx1"/>
              </a:solidFill>
            </a:rPr>
            <a:t>(Ongoing opioid use)</a:t>
          </a:r>
        </a:p>
      </dgm:t>
    </dgm:pt>
    <dgm:pt modelId="{D27B3F8A-8586-4010-8400-D3070F27CCCA}" type="parTrans" cxnId="{55717264-777A-40E5-8314-4099CE4A3362}">
      <dgm:prSet/>
      <dgm:spPr/>
      <dgm:t>
        <a:bodyPr/>
        <a:lstStyle/>
        <a:p>
          <a:endParaRPr lang="en-US"/>
        </a:p>
      </dgm:t>
    </dgm:pt>
    <dgm:pt modelId="{8E621E7C-1DB7-4B6B-9FEA-F9753D9C0897}" type="sibTrans" cxnId="{55717264-777A-40E5-8314-4099CE4A3362}">
      <dgm:prSet/>
      <dgm:spPr/>
      <dgm:t>
        <a:bodyPr/>
        <a:lstStyle/>
        <a:p>
          <a:endParaRPr lang="en-US"/>
        </a:p>
      </dgm:t>
    </dgm:pt>
    <dgm:pt modelId="{9E87A288-7048-49AA-B1AC-65C023DF38A1}">
      <dgm:prSet phldrT="[Text]" phldr="0" custT="1"/>
      <dgm:spPr>
        <a:solidFill>
          <a:schemeClr val="accent5">
            <a:lumMod val="40000"/>
            <a:lumOff val="60000"/>
          </a:schemeClr>
        </a:solidFill>
      </dgm:spPr>
      <dgm:t>
        <a:bodyPr/>
        <a:lstStyle/>
        <a:p>
          <a:r>
            <a:rPr lang="en-US" sz="1400" b="1" dirty="0">
              <a:solidFill>
                <a:schemeClr val="tx1"/>
              </a:solidFill>
            </a:rPr>
            <a:t>Continue BUP</a:t>
          </a:r>
        </a:p>
        <a:p>
          <a:r>
            <a:rPr lang="en-US" sz="1100" dirty="0">
              <a:solidFill>
                <a:schemeClr val="tx1"/>
              </a:solidFill>
            </a:rPr>
            <a:t>Consider Wellbutrin if meth cravings</a:t>
          </a:r>
        </a:p>
        <a:p>
          <a:r>
            <a:rPr lang="en-US" sz="1100" dirty="0">
              <a:solidFill>
                <a:schemeClr val="tx1"/>
              </a:solidFill>
            </a:rPr>
            <a:t>Freq appts while using meth</a:t>
          </a:r>
        </a:p>
      </dgm:t>
    </dgm:pt>
    <dgm:pt modelId="{CE63FF06-4C1C-45AC-AF0F-D8F06054FCC9}" type="parTrans" cxnId="{0737AD3B-BDC3-4610-87DB-E5E1F46B0971}">
      <dgm:prSet/>
      <dgm:spPr/>
      <dgm:t>
        <a:bodyPr/>
        <a:lstStyle/>
        <a:p>
          <a:endParaRPr lang="en-US"/>
        </a:p>
      </dgm:t>
    </dgm:pt>
    <dgm:pt modelId="{46704122-F0DD-4AEA-8276-AACDC0F4F1E2}" type="sibTrans" cxnId="{0737AD3B-BDC3-4610-87DB-E5E1F46B0971}">
      <dgm:prSet/>
      <dgm:spPr/>
      <dgm:t>
        <a:bodyPr/>
        <a:lstStyle/>
        <a:p>
          <a:endParaRPr lang="en-US"/>
        </a:p>
      </dgm:t>
    </dgm:pt>
    <dgm:pt modelId="{80995BAB-32B7-4EC9-9A28-355C44004D14}">
      <dgm:prSet phldrT="[Text]" phldr="0" custT="1"/>
      <dgm:spPr>
        <a:solidFill>
          <a:schemeClr val="accent3">
            <a:lumMod val="60000"/>
            <a:lumOff val="40000"/>
          </a:schemeClr>
        </a:solidFill>
      </dgm:spPr>
      <dgm:t>
        <a:bodyPr/>
        <a:lstStyle/>
        <a:p>
          <a:r>
            <a:rPr lang="en-US" sz="1400" b="1" dirty="0">
              <a:solidFill>
                <a:schemeClr val="tx1"/>
              </a:solidFill>
            </a:rPr>
            <a:t>Continue BUP</a:t>
          </a:r>
        </a:p>
        <a:p>
          <a:r>
            <a:rPr lang="en-US" sz="1100" dirty="0">
              <a:solidFill>
                <a:schemeClr val="tx1"/>
              </a:solidFill>
            </a:rPr>
            <a:t>Consider dose increase if ongoing opioid cravings</a:t>
          </a:r>
        </a:p>
        <a:p>
          <a:r>
            <a:rPr lang="en-US" sz="1100" dirty="0">
              <a:solidFill>
                <a:schemeClr val="tx1"/>
              </a:solidFill>
            </a:rPr>
            <a:t>Frequent appt, close f/u</a:t>
          </a:r>
        </a:p>
        <a:p>
          <a:r>
            <a:rPr lang="en-US" sz="1100" dirty="0">
              <a:solidFill>
                <a:schemeClr val="tx1"/>
              </a:solidFill>
            </a:rPr>
            <a:t>Narcan Rx</a:t>
          </a:r>
        </a:p>
      </dgm:t>
    </dgm:pt>
    <dgm:pt modelId="{543778D8-D4C6-467E-9660-C84FF5BE2051}" type="parTrans" cxnId="{7D255339-2621-4E6D-B153-703AB9319C1B}">
      <dgm:prSet/>
      <dgm:spPr/>
      <dgm:t>
        <a:bodyPr/>
        <a:lstStyle/>
        <a:p>
          <a:endParaRPr lang="en-US"/>
        </a:p>
      </dgm:t>
    </dgm:pt>
    <dgm:pt modelId="{E25EB406-904F-4AD3-A7BD-C61541C0062C}" type="sibTrans" cxnId="{7D255339-2621-4E6D-B153-703AB9319C1B}">
      <dgm:prSet/>
      <dgm:spPr/>
      <dgm:t>
        <a:bodyPr/>
        <a:lstStyle/>
        <a:p>
          <a:endParaRPr lang="en-US"/>
        </a:p>
      </dgm:t>
    </dgm:pt>
    <dgm:pt modelId="{BEEE3793-A871-4EC8-B9DF-92289897806A}">
      <dgm:prSet phldrT="[Text]" phldr="0" custT="1"/>
      <dgm:spPr>
        <a:solidFill>
          <a:schemeClr val="accent1">
            <a:lumMod val="60000"/>
            <a:lumOff val="40000"/>
          </a:schemeClr>
        </a:solidFill>
      </dgm:spPr>
      <dgm:t>
        <a:bodyPr/>
        <a:lstStyle/>
        <a:p>
          <a:r>
            <a:rPr lang="en-US" sz="1400" dirty="0">
              <a:solidFill>
                <a:schemeClr val="tx1"/>
              </a:solidFill>
            </a:rPr>
            <a:t>UDS + For </a:t>
          </a:r>
          <a:r>
            <a:rPr lang="en-US" sz="1400" b="1" u="sng" dirty="0">
              <a:solidFill>
                <a:schemeClr val="tx1"/>
              </a:solidFill>
            </a:rPr>
            <a:t>FENT only</a:t>
          </a:r>
        </a:p>
        <a:p>
          <a:r>
            <a:rPr lang="en-US" sz="1100" dirty="0">
              <a:solidFill>
                <a:schemeClr val="tx1"/>
              </a:solidFill>
            </a:rPr>
            <a:t>(pt not taking BUP: unable to start vs. diversion vs. other)</a:t>
          </a:r>
        </a:p>
      </dgm:t>
    </dgm:pt>
    <dgm:pt modelId="{786C68AA-533A-4CF5-9242-03F514201510}" type="parTrans" cxnId="{A9A6D169-139D-4373-AF74-56390275664E}">
      <dgm:prSet/>
      <dgm:spPr/>
      <dgm:t>
        <a:bodyPr/>
        <a:lstStyle/>
        <a:p>
          <a:endParaRPr lang="en-US"/>
        </a:p>
      </dgm:t>
    </dgm:pt>
    <dgm:pt modelId="{D861CE3F-48C3-4BFF-AA02-8462631CE915}" type="sibTrans" cxnId="{A9A6D169-139D-4373-AF74-56390275664E}">
      <dgm:prSet/>
      <dgm:spPr/>
      <dgm:t>
        <a:bodyPr/>
        <a:lstStyle/>
        <a:p>
          <a:endParaRPr lang="en-US"/>
        </a:p>
      </dgm:t>
    </dgm:pt>
    <dgm:pt modelId="{5B7A755D-03D7-40D4-8C15-E6D9AFB4E5BA}">
      <dgm:prSet phldrT="[Text]" phldr="0" custT="1"/>
      <dgm:spPr>
        <a:solidFill>
          <a:schemeClr val="accent1">
            <a:lumMod val="60000"/>
            <a:lumOff val="40000"/>
          </a:schemeClr>
        </a:solidFill>
      </dgm:spPr>
      <dgm:t>
        <a:bodyPr/>
        <a:lstStyle/>
        <a:p>
          <a:r>
            <a:rPr lang="en-US" sz="1400" dirty="0">
              <a:solidFill>
                <a:schemeClr val="tx1"/>
              </a:solidFill>
            </a:rPr>
            <a:t>Consider HLOC </a:t>
          </a:r>
        </a:p>
        <a:p>
          <a:r>
            <a:rPr lang="en-US" sz="1400" dirty="0">
              <a:solidFill>
                <a:schemeClr val="tx1"/>
              </a:solidFill>
            </a:rPr>
            <a:t>(inpatient detox)</a:t>
          </a:r>
        </a:p>
      </dgm:t>
    </dgm:pt>
    <dgm:pt modelId="{DF744C10-0B46-4348-8CFD-5A1A580F2269}" type="parTrans" cxnId="{A74EB0BB-9EF5-4BA1-A626-0E9CDC24FBD3}">
      <dgm:prSet/>
      <dgm:spPr/>
      <dgm:t>
        <a:bodyPr/>
        <a:lstStyle/>
        <a:p>
          <a:endParaRPr lang="en-US"/>
        </a:p>
      </dgm:t>
    </dgm:pt>
    <dgm:pt modelId="{ECC94A5C-8B45-4554-9498-6748848D9680}" type="sibTrans" cxnId="{A74EB0BB-9EF5-4BA1-A626-0E9CDC24FBD3}">
      <dgm:prSet/>
      <dgm:spPr/>
      <dgm:t>
        <a:bodyPr/>
        <a:lstStyle/>
        <a:p>
          <a:endParaRPr lang="en-US"/>
        </a:p>
      </dgm:t>
    </dgm:pt>
    <dgm:pt modelId="{9BE2B043-D72C-46AF-BA64-FA15B6C83710}">
      <dgm:prSet phldrT="[Text]" phldr="0" custT="1"/>
      <dgm:spPr>
        <a:solidFill>
          <a:schemeClr val="accent1">
            <a:lumMod val="60000"/>
            <a:lumOff val="40000"/>
          </a:schemeClr>
        </a:solidFill>
      </dgm:spPr>
      <dgm:t>
        <a:bodyPr/>
        <a:lstStyle/>
        <a:p>
          <a:r>
            <a:rPr lang="en-US" sz="1400" dirty="0">
              <a:solidFill>
                <a:schemeClr val="tx1"/>
              </a:solidFill>
            </a:rPr>
            <a:t>Advise pt to wait 24hrs then rapid induction </a:t>
          </a:r>
        </a:p>
        <a:p>
          <a:r>
            <a:rPr lang="en-US" sz="1400" dirty="0">
              <a:solidFill>
                <a:schemeClr val="tx1"/>
              </a:solidFill>
            </a:rPr>
            <a:t>Frequent appt, close f/u</a:t>
          </a:r>
        </a:p>
        <a:p>
          <a:r>
            <a:rPr lang="en-US" sz="1400" dirty="0">
              <a:solidFill>
                <a:schemeClr val="tx1"/>
              </a:solidFill>
            </a:rPr>
            <a:t>Narcan Rx</a:t>
          </a:r>
        </a:p>
      </dgm:t>
    </dgm:pt>
    <dgm:pt modelId="{5234F898-6267-403A-AFBF-A0D42F44DF24}" type="parTrans" cxnId="{141CD16D-43C9-4A86-B634-F6DA2C139E4D}">
      <dgm:prSet/>
      <dgm:spPr/>
      <dgm:t>
        <a:bodyPr/>
        <a:lstStyle/>
        <a:p>
          <a:endParaRPr lang="en-US"/>
        </a:p>
      </dgm:t>
    </dgm:pt>
    <dgm:pt modelId="{0A7EB8B3-88B5-4539-A1C6-FABF88063FC6}" type="sibTrans" cxnId="{141CD16D-43C9-4A86-B634-F6DA2C139E4D}">
      <dgm:prSet/>
      <dgm:spPr/>
      <dgm:t>
        <a:bodyPr/>
        <a:lstStyle/>
        <a:p>
          <a:endParaRPr lang="en-US"/>
        </a:p>
      </dgm:t>
    </dgm:pt>
    <dgm:pt modelId="{CF9D86B7-963D-4B12-92DC-BA0776A46E1A}">
      <dgm:prSet phldrT="[Text]" phldr="0" custT="1"/>
      <dgm:spPr>
        <a:solidFill>
          <a:schemeClr val="bg1">
            <a:lumMod val="75000"/>
          </a:schemeClr>
        </a:solidFill>
      </dgm:spPr>
      <dgm:t>
        <a:bodyPr/>
        <a:lstStyle/>
        <a:p>
          <a:r>
            <a:rPr lang="en-US" sz="1800" dirty="0">
              <a:solidFill>
                <a:schemeClr val="tx1"/>
              </a:solidFill>
            </a:rPr>
            <a:t>UDS each appt</a:t>
          </a:r>
        </a:p>
      </dgm:t>
    </dgm:pt>
    <dgm:pt modelId="{AA0B59A1-A897-4265-987F-F9D522D04386}" type="parTrans" cxnId="{B1C43508-D3E7-4E3A-9551-E0D40D097063}">
      <dgm:prSet/>
      <dgm:spPr/>
      <dgm:t>
        <a:bodyPr/>
        <a:lstStyle/>
        <a:p>
          <a:endParaRPr lang="en-US"/>
        </a:p>
      </dgm:t>
    </dgm:pt>
    <dgm:pt modelId="{2C396D66-4904-4021-B223-FC3D9E795A7C}" type="sibTrans" cxnId="{B1C43508-D3E7-4E3A-9551-E0D40D097063}">
      <dgm:prSet/>
      <dgm:spPr/>
      <dgm:t>
        <a:bodyPr/>
        <a:lstStyle/>
        <a:p>
          <a:endParaRPr lang="en-US"/>
        </a:p>
      </dgm:t>
    </dgm:pt>
    <dgm:pt modelId="{4786CFED-97FE-4354-8C9A-133EA70A7E16}">
      <dgm:prSet phldrT="[Text]" phldr="0" custT="1"/>
      <dgm:spPr>
        <a:solidFill>
          <a:schemeClr val="bg1">
            <a:lumMod val="75000"/>
          </a:schemeClr>
        </a:solidFill>
      </dgm:spPr>
      <dgm:t>
        <a:bodyPr/>
        <a:lstStyle/>
        <a:p>
          <a:r>
            <a:rPr lang="en-US" sz="1100" dirty="0">
              <a:solidFill>
                <a:schemeClr val="tx1"/>
              </a:solidFill>
            </a:rPr>
            <a:t>Expected: </a:t>
          </a:r>
        </a:p>
        <a:p>
          <a:r>
            <a:rPr lang="en-US" sz="1400" dirty="0">
              <a:solidFill>
                <a:schemeClr val="tx1"/>
              </a:solidFill>
            </a:rPr>
            <a:t>UDS + BUP only</a:t>
          </a:r>
        </a:p>
      </dgm:t>
    </dgm:pt>
    <dgm:pt modelId="{F9AE0C84-E4FD-4842-8E7B-34B1BFFE010A}" type="parTrans" cxnId="{592BE508-61EB-4CA6-BED1-B5BB1343D4B3}">
      <dgm:prSet/>
      <dgm:spPr/>
      <dgm:t>
        <a:bodyPr/>
        <a:lstStyle/>
        <a:p>
          <a:endParaRPr lang="en-US"/>
        </a:p>
      </dgm:t>
    </dgm:pt>
    <dgm:pt modelId="{5A2F9144-A6B2-4308-92AF-D20B1C2BFC16}" type="sibTrans" cxnId="{592BE508-61EB-4CA6-BED1-B5BB1343D4B3}">
      <dgm:prSet/>
      <dgm:spPr/>
      <dgm:t>
        <a:bodyPr/>
        <a:lstStyle/>
        <a:p>
          <a:endParaRPr lang="en-US"/>
        </a:p>
      </dgm:t>
    </dgm:pt>
    <dgm:pt modelId="{0FA01ED7-DF61-463C-913E-A03B651D5F28}">
      <dgm:prSet phldrT="[Text]" phldr="0" custT="1"/>
      <dgm:spPr>
        <a:solidFill>
          <a:schemeClr val="bg1">
            <a:lumMod val="75000"/>
          </a:schemeClr>
        </a:solidFill>
      </dgm:spPr>
      <dgm:t>
        <a:bodyPr/>
        <a:lstStyle/>
        <a:p>
          <a:r>
            <a:rPr lang="en-US" sz="1400" b="1" dirty="0">
              <a:solidFill>
                <a:schemeClr val="tx1"/>
              </a:solidFill>
            </a:rPr>
            <a:t>Continue BUP</a:t>
          </a:r>
        </a:p>
      </dgm:t>
    </dgm:pt>
    <dgm:pt modelId="{2B456696-E320-49F6-ADF2-1C4ABB932043}" type="parTrans" cxnId="{C1A744D3-A530-4611-8458-EB14E38A92E3}">
      <dgm:prSet/>
      <dgm:spPr/>
      <dgm:t>
        <a:bodyPr/>
        <a:lstStyle/>
        <a:p>
          <a:endParaRPr lang="en-US"/>
        </a:p>
      </dgm:t>
    </dgm:pt>
    <dgm:pt modelId="{904F8D58-76AA-405C-A01E-01D00B6CF253}" type="sibTrans" cxnId="{C1A744D3-A530-4611-8458-EB14E38A92E3}">
      <dgm:prSet/>
      <dgm:spPr/>
      <dgm:t>
        <a:bodyPr/>
        <a:lstStyle/>
        <a:p>
          <a:endParaRPr lang="en-US"/>
        </a:p>
      </dgm:t>
    </dgm:pt>
    <dgm:pt modelId="{8CDEC973-2D2A-4710-81E2-1B2D950FC6AF}" type="pres">
      <dgm:prSet presAssocID="{BAB7E1F6-2856-4D14-803B-6CDB26E7996B}" presName="diagram" presStyleCnt="0">
        <dgm:presLayoutVars>
          <dgm:chPref val="1"/>
          <dgm:dir/>
          <dgm:animOne val="branch"/>
          <dgm:animLvl val="lvl"/>
          <dgm:resizeHandles val="exact"/>
        </dgm:presLayoutVars>
      </dgm:prSet>
      <dgm:spPr/>
    </dgm:pt>
    <dgm:pt modelId="{9450AE1F-ECDA-4911-9CDA-52E4743EA1D2}" type="pres">
      <dgm:prSet presAssocID="{7854D6E9-FEB5-489E-80A9-AACBB150D351}" presName="root1" presStyleCnt="0"/>
      <dgm:spPr/>
    </dgm:pt>
    <dgm:pt modelId="{CF6811E3-3335-4FA9-8D2C-BA2F0EB0BED2}" type="pres">
      <dgm:prSet presAssocID="{7854D6E9-FEB5-489E-80A9-AACBB150D351}" presName="LevelOneTextNode" presStyleLbl="node0" presStyleIdx="0" presStyleCnt="1" custLinFactNeighborX="8228" custLinFactNeighborY="-15716">
        <dgm:presLayoutVars>
          <dgm:chPref val="3"/>
        </dgm:presLayoutVars>
      </dgm:prSet>
      <dgm:spPr/>
    </dgm:pt>
    <dgm:pt modelId="{C69D656E-AF01-4E3A-8915-D33178A4EE5D}" type="pres">
      <dgm:prSet presAssocID="{7854D6E9-FEB5-489E-80A9-AACBB150D351}" presName="level2hierChild" presStyleCnt="0"/>
      <dgm:spPr/>
    </dgm:pt>
    <dgm:pt modelId="{488507C3-1F84-4C5F-9CAF-F7856C5CBD50}" type="pres">
      <dgm:prSet presAssocID="{AA0B59A1-A897-4265-987F-F9D522D04386}" presName="conn2-1" presStyleLbl="parChTrans1D2" presStyleIdx="0" presStyleCnt="1"/>
      <dgm:spPr/>
    </dgm:pt>
    <dgm:pt modelId="{F326E7CB-60BF-44D4-9729-650CEFFC3EEA}" type="pres">
      <dgm:prSet presAssocID="{AA0B59A1-A897-4265-987F-F9D522D04386}" presName="connTx" presStyleLbl="parChTrans1D2" presStyleIdx="0" presStyleCnt="1"/>
      <dgm:spPr/>
    </dgm:pt>
    <dgm:pt modelId="{31EF02DD-76D9-4D67-9F4F-7E56BA6A623A}" type="pres">
      <dgm:prSet presAssocID="{CF9D86B7-963D-4B12-92DC-BA0776A46E1A}" presName="root2" presStyleCnt="0"/>
      <dgm:spPr/>
    </dgm:pt>
    <dgm:pt modelId="{56688898-DA44-4F40-B05A-20437144A210}" type="pres">
      <dgm:prSet presAssocID="{CF9D86B7-963D-4B12-92DC-BA0776A46E1A}" presName="LevelTwoTextNode" presStyleLbl="node2" presStyleIdx="0" presStyleCnt="1" custLinFactNeighborX="-22623" custLinFactNeighborY="-15243">
        <dgm:presLayoutVars>
          <dgm:chPref val="3"/>
        </dgm:presLayoutVars>
      </dgm:prSet>
      <dgm:spPr/>
    </dgm:pt>
    <dgm:pt modelId="{D772DC1E-44C3-4F33-98D6-EAE1CFA07388}" type="pres">
      <dgm:prSet presAssocID="{CF9D86B7-963D-4B12-92DC-BA0776A46E1A}" presName="level3hierChild" presStyleCnt="0"/>
      <dgm:spPr/>
    </dgm:pt>
    <dgm:pt modelId="{B9C5317A-4517-4631-B3F8-378E38598195}" type="pres">
      <dgm:prSet presAssocID="{F9AE0C84-E4FD-4842-8E7B-34B1BFFE010A}" presName="conn2-1" presStyleLbl="parChTrans1D3" presStyleIdx="0" presStyleCnt="4"/>
      <dgm:spPr/>
    </dgm:pt>
    <dgm:pt modelId="{59837328-4616-4A94-AA8E-A17139635F76}" type="pres">
      <dgm:prSet presAssocID="{F9AE0C84-E4FD-4842-8E7B-34B1BFFE010A}" presName="connTx" presStyleLbl="parChTrans1D3" presStyleIdx="0" presStyleCnt="4"/>
      <dgm:spPr/>
    </dgm:pt>
    <dgm:pt modelId="{EFC89A01-2DA0-4567-8787-619709BB98BD}" type="pres">
      <dgm:prSet presAssocID="{4786CFED-97FE-4354-8C9A-133EA70A7E16}" presName="root2" presStyleCnt="0"/>
      <dgm:spPr/>
    </dgm:pt>
    <dgm:pt modelId="{3EBBBE8D-137D-4584-952D-524A1C83AAF5}" type="pres">
      <dgm:prSet presAssocID="{4786CFED-97FE-4354-8C9A-133EA70A7E16}" presName="LevelTwoTextNode" presStyleLbl="node3" presStyleIdx="0" presStyleCnt="4" custLinFactNeighborX="-411" custLinFactNeighborY="11613">
        <dgm:presLayoutVars>
          <dgm:chPref val="3"/>
        </dgm:presLayoutVars>
      </dgm:prSet>
      <dgm:spPr/>
    </dgm:pt>
    <dgm:pt modelId="{BC3333B8-34C7-4AEB-9BE0-73B794C91858}" type="pres">
      <dgm:prSet presAssocID="{4786CFED-97FE-4354-8C9A-133EA70A7E16}" presName="level3hierChild" presStyleCnt="0"/>
      <dgm:spPr/>
    </dgm:pt>
    <dgm:pt modelId="{B5FD1C73-06B6-419B-92DB-0FE8888FA212}" type="pres">
      <dgm:prSet presAssocID="{2B456696-E320-49F6-ADF2-1C4ABB932043}" presName="conn2-1" presStyleLbl="parChTrans1D4" presStyleIdx="0" presStyleCnt="5"/>
      <dgm:spPr/>
    </dgm:pt>
    <dgm:pt modelId="{679A4193-DB36-4CB0-B64C-A2CDD26A12F0}" type="pres">
      <dgm:prSet presAssocID="{2B456696-E320-49F6-ADF2-1C4ABB932043}" presName="connTx" presStyleLbl="parChTrans1D4" presStyleIdx="0" presStyleCnt="5"/>
      <dgm:spPr/>
    </dgm:pt>
    <dgm:pt modelId="{1C877132-00EC-4123-B0EB-9E725DA0589A}" type="pres">
      <dgm:prSet presAssocID="{0FA01ED7-DF61-463C-913E-A03B651D5F28}" presName="root2" presStyleCnt="0"/>
      <dgm:spPr/>
    </dgm:pt>
    <dgm:pt modelId="{DAFCCA9E-8F02-42F0-8E7E-BEE247EF2950}" type="pres">
      <dgm:prSet presAssocID="{0FA01ED7-DF61-463C-913E-A03B651D5F28}" presName="LevelTwoTextNode" presStyleLbl="node4" presStyleIdx="0" presStyleCnt="5" custLinFactNeighborX="-7815" custLinFactNeighborY="11517">
        <dgm:presLayoutVars>
          <dgm:chPref val="3"/>
        </dgm:presLayoutVars>
      </dgm:prSet>
      <dgm:spPr/>
    </dgm:pt>
    <dgm:pt modelId="{DD317689-CA79-42FC-96ED-C1B567893FA0}" type="pres">
      <dgm:prSet presAssocID="{0FA01ED7-DF61-463C-913E-A03B651D5F28}" presName="level3hierChild" presStyleCnt="0"/>
      <dgm:spPr/>
    </dgm:pt>
    <dgm:pt modelId="{602380B8-24CF-465A-B11D-74F88C5BBA90}" type="pres">
      <dgm:prSet presAssocID="{786C68AA-533A-4CF5-9242-03F514201510}" presName="conn2-1" presStyleLbl="parChTrans1D3" presStyleIdx="1" presStyleCnt="4"/>
      <dgm:spPr/>
    </dgm:pt>
    <dgm:pt modelId="{5279A453-7C43-48F0-92F4-51F5897BF60D}" type="pres">
      <dgm:prSet presAssocID="{786C68AA-533A-4CF5-9242-03F514201510}" presName="connTx" presStyleLbl="parChTrans1D3" presStyleIdx="1" presStyleCnt="4"/>
      <dgm:spPr/>
    </dgm:pt>
    <dgm:pt modelId="{CCC35FCE-351C-4D1E-963D-E1F4671A7C69}" type="pres">
      <dgm:prSet presAssocID="{BEEE3793-A871-4EC8-B9DF-92289897806A}" presName="root2" presStyleCnt="0"/>
      <dgm:spPr/>
    </dgm:pt>
    <dgm:pt modelId="{0B623FF7-6554-491E-A356-A28266E52234}" type="pres">
      <dgm:prSet presAssocID="{BEEE3793-A871-4EC8-B9DF-92289897806A}" presName="LevelTwoTextNode" presStyleLbl="node3" presStyleIdx="1" presStyleCnt="4" custLinFactY="100000" custLinFactNeighborX="1389" custLinFactNeighborY="147212">
        <dgm:presLayoutVars>
          <dgm:chPref val="3"/>
        </dgm:presLayoutVars>
      </dgm:prSet>
      <dgm:spPr/>
    </dgm:pt>
    <dgm:pt modelId="{582F3614-F5BB-4C89-BA06-610F9F852FE5}" type="pres">
      <dgm:prSet presAssocID="{BEEE3793-A871-4EC8-B9DF-92289897806A}" presName="level3hierChild" presStyleCnt="0"/>
      <dgm:spPr/>
    </dgm:pt>
    <dgm:pt modelId="{4EEBD886-D6E7-4FFB-B959-5B7C8CD32F95}" type="pres">
      <dgm:prSet presAssocID="{5234F898-6267-403A-AFBF-A0D42F44DF24}" presName="conn2-1" presStyleLbl="parChTrans1D4" presStyleIdx="1" presStyleCnt="5"/>
      <dgm:spPr/>
    </dgm:pt>
    <dgm:pt modelId="{5971B27E-2E43-4647-B926-C6559F2E72C0}" type="pres">
      <dgm:prSet presAssocID="{5234F898-6267-403A-AFBF-A0D42F44DF24}" presName="connTx" presStyleLbl="parChTrans1D4" presStyleIdx="1" presStyleCnt="5"/>
      <dgm:spPr/>
    </dgm:pt>
    <dgm:pt modelId="{F7E28903-CE95-4A36-8DE3-C64EC009F412}" type="pres">
      <dgm:prSet presAssocID="{9BE2B043-D72C-46AF-BA64-FA15B6C83710}" presName="root2" presStyleCnt="0"/>
      <dgm:spPr/>
    </dgm:pt>
    <dgm:pt modelId="{EE550348-8B28-42AB-A12A-6698CCEB9F83}" type="pres">
      <dgm:prSet presAssocID="{9BE2B043-D72C-46AF-BA64-FA15B6C83710}" presName="LevelTwoTextNode" presStyleLbl="node4" presStyleIdx="1" presStyleCnt="5" custLinFactY="100000" custLinFactNeighborX="-2414" custLinFactNeighborY="160473">
        <dgm:presLayoutVars>
          <dgm:chPref val="3"/>
        </dgm:presLayoutVars>
      </dgm:prSet>
      <dgm:spPr/>
    </dgm:pt>
    <dgm:pt modelId="{CF85A9CD-5798-45BF-9A43-439200F6416A}" type="pres">
      <dgm:prSet presAssocID="{9BE2B043-D72C-46AF-BA64-FA15B6C83710}" presName="level3hierChild" presStyleCnt="0"/>
      <dgm:spPr/>
    </dgm:pt>
    <dgm:pt modelId="{AB660405-BF54-48EF-87C8-FE8F4F001B3F}" type="pres">
      <dgm:prSet presAssocID="{DF744C10-0B46-4348-8CFD-5A1A580F2269}" presName="conn2-1" presStyleLbl="parChTrans1D4" presStyleIdx="2" presStyleCnt="5"/>
      <dgm:spPr/>
    </dgm:pt>
    <dgm:pt modelId="{BF816E4F-3E30-40D7-BD14-44596EC100DF}" type="pres">
      <dgm:prSet presAssocID="{DF744C10-0B46-4348-8CFD-5A1A580F2269}" presName="connTx" presStyleLbl="parChTrans1D4" presStyleIdx="2" presStyleCnt="5"/>
      <dgm:spPr/>
    </dgm:pt>
    <dgm:pt modelId="{C9FF724C-B094-4A66-8F1B-DB3929F152D0}" type="pres">
      <dgm:prSet presAssocID="{5B7A755D-03D7-40D4-8C15-E6D9AFB4E5BA}" presName="root2" presStyleCnt="0"/>
      <dgm:spPr/>
    </dgm:pt>
    <dgm:pt modelId="{D97A07BE-3E10-4703-9845-1B9A0CF7FA66}" type="pres">
      <dgm:prSet presAssocID="{5B7A755D-03D7-40D4-8C15-E6D9AFB4E5BA}" presName="LevelTwoTextNode" presStyleLbl="node4" presStyleIdx="2" presStyleCnt="5" custScaleY="77691" custLinFactY="100000" custLinFactNeighborX="-2609" custLinFactNeighborY="163590">
        <dgm:presLayoutVars>
          <dgm:chPref val="3"/>
        </dgm:presLayoutVars>
      </dgm:prSet>
      <dgm:spPr/>
    </dgm:pt>
    <dgm:pt modelId="{588D97FE-5D97-4296-A118-708691A5DC4B}" type="pres">
      <dgm:prSet presAssocID="{5B7A755D-03D7-40D4-8C15-E6D9AFB4E5BA}" presName="level3hierChild" presStyleCnt="0"/>
      <dgm:spPr/>
    </dgm:pt>
    <dgm:pt modelId="{B3187DC3-9ABF-480D-A881-B634E1E8DEB3}" type="pres">
      <dgm:prSet presAssocID="{1F00C3B6-0D2D-45F6-A36B-5DD9C5D9B38F}" presName="conn2-1" presStyleLbl="parChTrans1D3" presStyleIdx="2" presStyleCnt="4"/>
      <dgm:spPr/>
    </dgm:pt>
    <dgm:pt modelId="{F980699E-C2B3-40EF-BE60-5A731A474F2A}" type="pres">
      <dgm:prSet presAssocID="{1F00C3B6-0D2D-45F6-A36B-5DD9C5D9B38F}" presName="connTx" presStyleLbl="parChTrans1D3" presStyleIdx="2" presStyleCnt="4"/>
      <dgm:spPr/>
    </dgm:pt>
    <dgm:pt modelId="{47FDABFC-819E-40FC-9C10-0594684F09CA}" type="pres">
      <dgm:prSet presAssocID="{00E2E382-A27D-4BD2-B035-B89488A14E41}" presName="root2" presStyleCnt="0"/>
      <dgm:spPr/>
    </dgm:pt>
    <dgm:pt modelId="{F9F406CE-C358-42D4-8F61-A0F08DE3E4C0}" type="pres">
      <dgm:prSet presAssocID="{00E2E382-A27D-4BD2-B035-B89488A14E41}" presName="LevelTwoTextNode" presStyleLbl="node3" presStyleIdx="2" presStyleCnt="4" custLinFactY="-86220" custLinFactNeighborX="-1718" custLinFactNeighborY="-100000">
        <dgm:presLayoutVars>
          <dgm:chPref val="3"/>
        </dgm:presLayoutVars>
      </dgm:prSet>
      <dgm:spPr/>
    </dgm:pt>
    <dgm:pt modelId="{74574048-B95F-4DD7-94F8-39938341A06A}" type="pres">
      <dgm:prSet presAssocID="{00E2E382-A27D-4BD2-B035-B89488A14E41}" presName="level3hierChild" presStyleCnt="0"/>
      <dgm:spPr/>
    </dgm:pt>
    <dgm:pt modelId="{E0B40188-6209-4C42-8E38-3776E8AB96D1}" type="pres">
      <dgm:prSet presAssocID="{CE63FF06-4C1C-45AC-AF0F-D8F06054FCC9}" presName="conn2-1" presStyleLbl="parChTrans1D4" presStyleIdx="3" presStyleCnt="5"/>
      <dgm:spPr/>
    </dgm:pt>
    <dgm:pt modelId="{23FEFA73-C3F6-403B-94FD-0852EA410818}" type="pres">
      <dgm:prSet presAssocID="{CE63FF06-4C1C-45AC-AF0F-D8F06054FCC9}" presName="connTx" presStyleLbl="parChTrans1D4" presStyleIdx="3" presStyleCnt="5"/>
      <dgm:spPr/>
    </dgm:pt>
    <dgm:pt modelId="{374EC80C-9603-4925-A74A-246D6778858A}" type="pres">
      <dgm:prSet presAssocID="{9E87A288-7048-49AA-B1AC-65C023DF38A1}" presName="root2" presStyleCnt="0"/>
      <dgm:spPr/>
    </dgm:pt>
    <dgm:pt modelId="{593EF8A3-0F94-4D6F-8A51-849A842232FC}" type="pres">
      <dgm:prSet presAssocID="{9E87A288-7048-49AA-B1AC-65C023DF38A1}" presName="LevelTwoTextNode" presStyleLbl="node4" presStyleIdx="3" presStyleCnt="5" custLinFactY="-86524" custLinFactNeighborX="-6426" custLinFactNeighborY="-100000">
        <dgm:presLayoutVars>
          <dgm:chPref val="3"/>
        </dgm:presLayoutVars>
      </dgm:prSet>
      <dgm:spPr/>
    </dgm:pt>
    <dgm:pt modelId="{85FA4989-18BD-4418-B2F4-1CAD48234D77}" type="pres">
      <dgm:prSet presAssocID="{9E87A288-7048-49AA-B1AC-65C023DF38A1}" presName="level3hierChild" presStyleCnt="0"/>
      <dgm:spPr/>
    </dgm:pt>
    <dgm:pt modelId="{D99C7239-B1BC-4DD1-BEE4-C1419F17E521}" type="pres">
      <dgm:prSet presAssocID="{D27B3F8A-8586-4010-8400-D3070F27CCCA}" presName="conn2-1" presStyleLbl="parChTrans1D3" presStyleIdx="3" presStyleCnt="4"/>
      <dgm:spPr/>
    </dgm:pt>
    <dgm:pt modelId="{5D5A31E1-9F3A-4B28-BE33-E74DA2FA6F2A}" type="pres">
      <dgm:prSet presAssocID="{D27B3F8A-8586-4010-8400-D3070F27CCCA}" presName="connTx" presStyleLbl="parChTrans1D3" presStyleIdx="3" presStyleCnt="4"/>
      <dgm:spPr/>
    </dgm:pt>
    <dgm:pt modelId="{630C0DB9-D68E-4237-906F-0099D1D903A0}" type="pres">
      <dgm:prSet presAssocID="{BEA2985D-EA4A-44C4-845C-ABAEF319C222}" presName="root2" presStyleCnt="0"/>
      <dgm:spPr/>
    </dgm:pt>
    <dgm:pt modelId="{4C84E876-D9DE-4702-BC52-953C0B487E35}" type="pres">
      <dgm:prSet presAssocID="{BEA2985D-EA4A-44C4-845C-ABAEF319C222}" presName="LevelTwoTextNode" presStyleLbl="node3" presStyleIdx="3" presStyleCnt="4" custLinFactY="-85234" custLinFactNeighborX="-1095" custLinFactNeighborY="-100000">
        <dgm:presLayoutVars>
          <dgm:chPref val="3"/>
        </dgm:presLayoutVars>
      </dgm:prSet>
      <dgm:spPr/>
    </dgm:pt>
    <dgm:pt modelId="{C9FB7A5C-9F95-4613-8F21-44CCF66823C5}" type="pres">
      <dgm:prSet presAssocID="{BEA2985D-EA4A-44C4-845C-ABAEF319C222}" presName="level3hierChild" presStyleCnt="0"/>
      <dgm:spPr/>
    </dgm:pt>
    <dgm:pt modelId="{CEC05133-3DDD-4398-9939-E61A8799317B}" type="pres">
      <dgm:prSet presAssocID="{543778D8-D4C6-467E-9660-C84FF5BE2051}" presName="conn2-1" presStyleLbl="parChTrans1D4" presStyleIdx="4" presStyleCnt="5"/>
      <dgm:spPr/>
    </dgm:pt>
    <dgm:pt modelId="{6515108E-F149-4335-8009-FB84600EDC1D}" type="pres">
      <dgm:prSet presAssocID="{543778D8-D4C6-467E-9660-C84FF5BE2051}" presName="connTx" presStyleLbl="parChTrans1D4" presStyleIdx="4" presStyleCnt="5"/>
      <dgm:spPr/>
    </dgm:pt>
    <dgm:pt modelId="{FF9AB104-734E-4E40-9D97-AB1464C00127}" type="pres">
      <dgm:prSet presAssocID="{80995BAB-32B7-4EC9-9A28-355C44004D14}" presName="root2" presStyleCnt="0"/>
      <dgm:spPr/>
    </dgm:pt>
    <dgm:pt modelId="{70F5343B-457F-4751-AF50-037244A56605}" type="pres">
      <dgm:prSet presAssocID="{80995BAB-32B7-4EC9-9A28-355C44004D14}" presName="LevelTwoTextNode" presStyleLbl="node4" presStyleIdx="4" presStyleCnt="5" custLinFactY="-85233" custLinFactNeighborX="-3780" custLinFactNeighborY="-100000">
        <dgm:presLayoutVars>
          <dgm:chPref val="3"/>
        </dgm:presLayoutVars>
      </dgm:prSet>
      <dgm:spPr/>
    </dgm:pt>
    <dgm:pt modelId="{3EFE960C-024E-4204-AF67-77C202F8BDC2}" type="pres">
      <dgm:prSet presAssocID="{80995BAB-32B7-4EC9-9A28-355C44004D14}" presName="level3hierChild" presStyleCnt="0"/>
      <dgm:spPr/>
    </dgm:pt>
  </dgm:ptLst>
  <dgm:cxnLst>
    <dgm:cxn modelId="{A9F95403-37AD-4F8E-A328-6E9594CC63D2}" type="presOf" srcId="{543778D8-D4C6-467E-9660-C84FF5BE2051}" destId="{CEC05133-3DDD-4398-9939-E61A8799317B}" srcOrd="0" destOrd="0" presId="urn:microsoft.com/office/officeart/2005/8/layout/hierarchy2"/>
    <dgm:cxn modelId="{B1C43508-D3E7-4E3A-9551-E0D40D097063}" srcId="{7854D6E9-FEB5-489E-80A9-AACBB150D351}" destId="{CF9D86B7-963D-4B12-92DC-BA0776A46E1A}" srcOrd="0" destOrd="0" parTransId="{AA0B59A1-A897-4265-987F-F9D522D04386}" sibTransId="{2C396D66-4904-4021-B223-FC3D9E795A7C}"/>
    <dgm:cxn modelId="{592BE508-61EB-4CA6-BED1-B5BB1343D4B3}" srcId="{CF9D86B7-963D-4B12-92DC-BA0776A46E1A}" destId="{4786CFED-97FE-4354-8C9A-133EA70A7E16}" srcOrd="0" destOrd="0" parTransId="{F9AE0C84-E4FD-4842-8E7B-34B1BFFE010A}" sibTransId="{5A2F9144-A6B2-4308-92AF-D20B1C2BFC16}"/>
    <dgm:cxn modelId="{F350CF14-DD03-499E-8ECB-B38A728BAD9B}" type="presOf" srcId="{DF744C10-0B46-4348-8CFD-5A1A580F2269}" destId="{AB660405-BF54-48EF-87C8-FE8F4F001B3F}" srcOrd="0" destOrd="0" presId="urn:microsoft.com/office/officeart/2005/8/layout/hierarchy2"/>
    <dgm:cxn modelId="{F3C1D819-3143-4CB1-91E0-B7CDEBD84B35}" type="presOf" srcId="{BEA2985D-EA4A-44C4-845C-ABAEF319C222}" destId="{4C84E876-D9DE-4702-BC52-953C0B487E35}" srcOrd="0" destOrd="0" presId="urn:microsoft.com/office/officeart/2005/8/layout/hierarchy2"/>
    <dgm:cxn modelId="{0F9EE132-BA3E-41ED-82BD-F0DB73939B02}" type="presOf" srcId="{1F00C3B6-0D2D-45F6-A36B-5DD9C5D9B38F}" destId="{B3187DC3-9ABF-480D-A881-B634E1E8DEB3}" srcOrd="0" destOrd="0" presId="urn:microsoft.com/office/officeart/2005/8/layout/hierarchy2"/>
    <dgm:cxn modelId="{4E86BC37-A5FF-4877-BB25-E156674CC8A8}" type="presOf" srcId="{0FA01ED7-DF61-463C-913E-A03B651D5F28}" destId="{DAFCCA9E-8F02-42F0-8E7E-BEE247EF2950}" srcOrd="0" destOrd="0" presId="urn:microsoft.com/office/officeart/2005/8/layout/hierarchy2"/>
    <dgm:cxn modelId="{7D255339-2621-4E6D-B153-703AB9319C1B}" srcId="{BEA2985D-EA4A-44C4-845C-ABAEF319C222}" destId="{80995BAB-32B7-4EC9-9A28-355C44004D14}" srcOrd="0" destOrd="0" parTransId="{543778D8-D4C6-467E-9660-C84FF5BE2051}" sibTransId="{E25EB406-904F-4AD3-A7BD-C61541C0062C}"/>
    <dgm:cxn modelId="{0737AD3B-BDC3-4610-87DB-E5E1F46B0971}" srcId="{00E2E382-A27D-4BD2-B035-B89488A14E41}" destId="{9E87A288-7048-49AA-B1AC-65C023DF38A1}" srcOrd="0" destOrd="0" parTransId="{CE63FF06-4C1C-45AC-AF0F-D8F06054FCC9}" sibTransId="{46704122-F0DD-4AEA-8276-AACDC0F4F1E2}"/>
    <dgm:cxn modelId="{5F0EFC3C-F630-45D1-9679-3CBF54CC8604}" type="presOf" srcId="{F9AE0C84-E4FD-4842-8E7B-34B1BFFE010A}" destId="{B9C5317A-4517-4631-B3F8-378E38598195}" srcOrd="0" destOrd="0" presId="urn:microsoft.com/office/officeart/2005/8/layout/hierarchy2"/>
    <dgm:cxn modelId="{1FF20E3D-F5B0-4C25-AD8C-F966819FBA08}" type="presOf" srcId="{BAB7E1F6-2856-4D14-803B-6CDB26E7996B}" destId="{8CDEC973-2D2A-4710-81E2-1B2D950FC6AF}" srcOrd="0" destOrd="0" presId="urn:microsoft.com/office/officeart/2005/8/layout/hierarchy2"/>
    <dgm:cxn modelId="{39AA4964-CC66-465A-B2DA-F3DDEB25295A}" type="presOf" srcId="{9E87A288-7048-49AA-B1AC-65C023DF38A1}" destId="{593EF8A3-0F94-4D6F-8A51-849A842232FC}" srcOrd="0" destOrd="0" presId="urn:microsoft.com/office/officeart/2005/8/layout/hierarchy2"/>
    <dgm:cxn modelId="{55717264-777A-40E5-8314-4099CE4A3362}" srcId="{CF9D86B7-963D-4B12-92DC-BA0776A46E1A}" destId="{BEA2985D-EA4A-44C4-845C-ABAEF319C222}" srcOrd="3" destOrd="0" parTransId="{D27B3F8A-8586-4010-8400-D3070F27CCCA}" sibTransId="{8E621E7C-1DB7-4B6B-9FEA-F9753D9C0897}"/>
    <dgm:cxn modelId="{EEFF7265-FEC6-4416-894B-E3A82C3646CB}" type="presOf" srcId="{D27B3F8A-8586-4010-8400-D3070F27CCCA}" destId="{D99C7239-B1BC-4DD1-BEE4-C1419F17E521}" srcOrd="0" destOrd="0" presId="urn:microsoft.com/office/officeart/2005/8/layout/hierarchy2"/>
    <dgm:cxn modelId="{A9A6D169-139D-4373-AF74-56390275664E}" srcId="{CF9D86B7-963D-4B12-92DC-BA0776A46E1A}" destId="{BEEE3793-A871-4EC8-B9DF-92289897806A}" srcOrd="1" destOrd="0" parTransId="{786C68AA-533A-4CF5-9242-03F514201510}" sibTransId="{D861CE3F-48C3-4BFF-AA02-8462631CE915}"/>
    <dgm:cxn modelId="{FD60E24C-4745-4715-BB71-95B58054F3E7}" type="presOf" srcId="{2B456696-E320-49F6-ADF2-1C4ABB932043}" destId="{B5FD1C73-06B6-419B-92DB-0FE8888FA212}" srcOrd="0" destOrd="0" presId="urn:microsoft.com/office/officeart/2005/8/layout/hierarchy2"/>
    <dgm:cxn modelId="{141CD16D-43C9-4A86-B634-F6DA2C139E4D}" srcId="{BEEE3793-A871-4EC8-B9DF-92289897806A}" destId="{9BE2B043-D72C-46AF-BA64-FA15B6C83710}" srcOrd="0" destOrd="0" parTransId="{5234F898-6267-403A-AFBF-A0D42F44DF24}" sibTransId="{0A7EB8B3-88B5-4539-A1C6-FABF88063FC6}"/>
    <dgm:cxn modelId="{3AB9784E-E58E-4FEC-9F75-46AE5A6787D4}" type="presOf" srcId="{5B7A755D-03D7-40D4-8C15-E6D9AFB4E5BA}" destId="{D97A07BE-3E10-4703-9845-1B9A0CF7FA66}" srcOrd="0" destOrd="0" presId="urn:microsoft.com/office/officeart/2005/8/layout/hierarchy2"/>
    <dgm:cxn modelId="{7F2E0A50-E2D5-4F0E-8682-537ACFA3A05A}" type="presOf" srcId="{7854D6E9-FEB5-489E-80A9-AACBB150D351}" destId="{CF6811E3-3335-4FA9-8D2C-BA2F0EB0BED2}" srcOrd="0" destOrd="0" presId="urn:microsoft.com/office/officeart/2005/8/layout/hierarchy2"/>
    <dgm:cxn modelId="{4B403073-0EC4-475C-80C0-FF58CE925220}" type="presOf" srcId="{BEEE3793-A871-4EC8-B9DF-92289897806A}" destId="{0B623FF7-6554-491E-A356-A28266E52234}" srcOrd="0" destOrd="0" presId="urn:microsoft.com/office/officeart/2005/8/layout/hierarchy2"/>
    <dgm:cxn modelId="{B6CFE37B-08EF-44D0-8B4D-7C6E4130362D}" type="presOf" srcId="{4786CFED-97FE-4354-8C9A-133EA70A7E16}" destId="{3EBBBE8D-137D-4584-952D-524A1C83AAF5}" srcOrd="0" destOrd="0" presId="urn:microsoft.com/office/officeart/2005/8/layout/hierarchy2"/>
    <dgm:cxn modelId="{3854AE7D-E706-462F-9D85-9B5660B811BE}" type="presOf" srcId="{00E2E382-A27D-4BD2-B035-B89488A14E41}" destId="{F9F406CE-C358-42D4-8F61-A0F08DE3E4C0}" srcOrd="0" destOrd="0" presId="urn:microsoft.com/office/officeart/2005/8/layout/hierarchy2"/>
    <dgm:cxn modelId="{293C287F-A053-4EA8-9CB8-234BA65F7B15}" type="presOf" srcId="{DF744C10-0B46-4348-8CFD-5A1A580F2269}" destId="{BF816E4F-3E30-40D7-BD14-44596EC100DF}" srcOrd="1" destOrd="0" presId="urn:microsoft.com/office/officeart/2005/8/layout/hierarchy2"/>
    <dgm:cxn modelId="{99DCEA87-42B5-439C-B68E-2FE6A5A3F8E5}" type="presOf" srcId="{543778D8-D4C6-467E-9660-C84FF5BE2051}" destId="{6515108E-F149-4335-8009-FB84600EDC1D}" srcOrd="1" destOrd="0" presId="urn:microsoft.com/office/officeart/2005/8/layout/hierarchy2"/>
    <dgm:cxn modelId="{A7E72491-FB8F-41D7-BEC6-1D5C8D33A941}" type="presOf" srcId="{CE63FF06-4C1C-45AC-AF0F-D8F06054FCC9}" destId="{E0B40188-6209-4C42-8E38-3776E8AB96D1}" srcOrd="0" destOrd="0" presId="urn:microsoft.com/office/officeart/2005/8/layout/hierarchy2"/>
    <dgm:cxn modelId="{7E8DC096-DD7D-44BC-99AC-3B5B48E74EC0}" type="presOf" srcId="{80995BAB-32B7-4EC9-9A28-355C44004D14}" destId="{70F5343B-457F-4751-AF50-037244A56605}" srcOrd="0" destOrd="0" presId="urn:microsoft.com/office/officeart/2005/8/layout/hierarchy2"/>
    <dgm:cxn modelId="{343431A1-6772-49BC-BBF2-6F8788BD2536}" type="presOf" srcId="{CF9D86B7-963D-4B12-92DC-BA0776A46E1A}" destId="{56688898-DA44-4F40-B05A-20437144A210}" srcOrd="0" destOrd="0" presId="urn:microsoft.com/office/officeart/2005/8/layout/hierarchy2"/>
    <dgm:cxn modelId="{123298A9-E03E-4222-AC45-D5DF612BF126}" srcId="{CF9D86B7-963D-4B12-92DC-BA0776A46E1A}" destId="{00E2E382-A27D-4BD2-B035-B89488A14E41}" srcOrd="2" destOrd="0" parTransId="{1F00C3B6-0D2D-45F6-A36B-5DD9C5D9B38F}" sibTransId="{D1A67388-1ECA-4F41-9A82-B2E4AB6AA345}"/>
    <dgm:cxn modelId="{52CF86B0-9623-41AA-917B-921FACDDA0CC}" type="presOf" srcId="{786C68AA-533A-4CF5-9242-03F514201510}" destId="{5279A453-7C43-48F0-92F4-51F5897BF60D}" srcOrd="1" destOrd="0" presId="urn:microsoft.com/office/officeart/2005/8/layout/hierarchy2"/>
    <dgm:cxn modelId="{A74EB0BB-9EF5-4BA1-A626-0E9CDC24FBD3}" srcId="{BEEE3793-A871-4EC8-B9DF-92289897806A}" destId="{5B7A755D-03D7-40D4-8C15-E6D9AFB4E5BA}" srcOrd="1" destOrd="0" parTransId="{DF744C10-0B46-4348-8CFD-5A1A580F2269}" sibTransId="{ECC94A5C-8B45-4554-9498-6748848D9680}"/>
    <dgm:cxn modelId="{EE82BFC2-CB56-48C2-B555-B6FF55768A84}" type="presOf" srcId="{2B456696-E320-49F6-ADF2-1C4ABB932043}" destId="{679A4193-DB36-4CB0-B64C-A2CDD26A12F0}" srcOrd="1" destOrd="0" presId="urn:microsoft.com/office/officeart/2005/8/layout/hierarchy2"/>
    <dgm:cxn modelId="{B5E9DACC-36AF-4B2E-AF5E-958C9EBB1A21}" srcId="{BAB7E1F6-2856-4D14-803B-6CDB26E7996B}" destId="{7854D6E9-FEB5-489E-80A9-AACBB150D351}" srcOrd="0" destOrd="0" parTransId="{DE377339-375F-4283-B6ED-A899058857DD}" sibTransId="{4B3B72F7-2826-4C2E-99C8-FBE2E5CE2803}"/>
    <dgm:cxn modelId="{EDCD43CD-336D-4BBA-ADB0-86B7898A464D}" type="presOf" srcId="{AA0B59A1-A897-4265-987F-F9D522D04386}" destId="{488507C3-1F84-4C5F-9CAF-F7856C5CBD50}" srcOrd="0" destOrd="0" presId="urn:microsoft.com/office/officeart/2005/8/layout/hierarchy2"/>
    <dgm:cxn modelId="{CE0D30D2-4867-4701-99FD-6E6DB7F6CCEF}" type="presOf" srcId="{AA0B59A1-A897-4265-987F-F9D522D04386}" destId="{F326E7CB-60BF-44D4-9729-650CEFFC3EEA}" srcOrd="1" destOrd="0" presId="urn:microsoft.com/office/officeart/2005/8/layout/hierarchy2"/>
    <dgm:cxn modelId="{C1A744D3-A530-4611-8458-EB14E38A92E3}" srcId="{4786CFED-97FE-4354-8C9A-133EA70A7E16}" destId="{0FA01ED7-DF61-463C-913E-A03B651D5F28}" srcOrd="0" destOrd="0" parTransId="{2B456696-E320-49F6-ADF2-1C4ABB932043}" sibTransId="{904F8D58-76AA-405C-A01E-01D00B6CF253}"/>
    <dgm:cxn modelId="{01A76FDA-5AC0-41DA-B377-5AADFB9C7CDB}" type="presOf" srcId="{CE63FF06-4C1C-45AC-AF0F-D8F06054FCC9}" destId="{23FEFA73-C3F6-403B-94FD-0852EA410818}" srcOrd="1" destOrd="0" presId="urn:microsoft.com/office/officeart/2005/8/layout/hierarchy2"/>
    <dgm:cxn modelId="{5063B2E6-DCDB-4B8D-B782-C87D4A72994A}" type="presOf" srcId="{786C68AA-533A-4CF5-9242-03F514201510}" destId="{602380B8-24CF-465A-B11D-74F88C5BBA90}" srcOrd="0" destOrd="0" presId="urn:microsoft.com/office/officeart/2005/8/layout/hierarchy2"/>
    <dgm:cxn modelId="{4862DAF0-9138-4F56-A63B-BC041FE11D1E}" type="presOf" srcId="{5234F898-6267-403A-AFBF-A0D42F44DF24}" destId="{4EEBD886-D6E7-4FFB-B959-5B7C8CD32F95}" srcOrd="0" destOrd="0" presId="urn:microsoft.com/office/officeart/2005/8/layout/hierarchy2"/>
    <dgm:cxn modelId="{4AAD68F6-C255-47B8-9B55-4296CF3C0750}" type="presOf" srcId="{F9AE0C84-E4FD-4842-8E7B-34B1BFFE010A}" destId="{59837328-4616-4A94-AA8E-A17139635F76}" srcOrd="1" destOrd="0" presId="urn:microsoft.com/office/officeart/2005/8/layout/hierarchy2"/>
    <dgm:cxn modelId="{8D50B3F9-5FBD-4F6A-8D59-649E343EC898}" type="presOf" srcId="{5234F898-6267-403A-AFBF-A0D42F44DF24}" destId="{5971B27E-2E43-4647-B926-C6559F2E72C0}" srcOrd="1" destOrd="0" presId="urn:microsoft.com/office/officeart/2005/8/layout/hierarchy2"/>
    <dgm:cxn modelId="{8423CAFB-E973-47AB-8944-FFC9F608CBC8}" type="presOf" srcId="{D27B3F8A-8586-4010-8400-D3070F27CCCA}" destId="{5D5A31E1-9F3A-4B28-BE33-E74DA2FA6F2A}" srcOrd="1" destOrd="0" presId="urn:microsoft.com/office/officeart/2005/8/layout/hierarchy2"/>
    <dgm:cxn modelId="{63E135FE-5C67-4BC6-9CC4-651D39EB1481}" type="presOf" srcId="{1F00C3B6-0D2D-45F6-A36B-5DD9C5D9B38F}" destId="{F980699E-C2B3-40EF-BE60-5A731A474F2A}" srcOrd="1" destOrd="0" presId="urn:microsoft.com/office/officeart/2005/8/layout/hierarchy2"/>
    <dgm:cxn modelId="{9E2ED9FE-8003-4B30-B2F7-09C879148D8F}" type="presOf" srcId="{9BE2B043-D72C-46AF-BA64-FA15B6C83710}" destId="{EE550348-8B28-42AB-A12A-6698CCEB9F83}" srcOrd="0" destOrd="0" presId="urn:microsoft.com/office/officeart/2005/8/layout/hierarchy2"/>
    <dgm:cxn modelId="{E5ECDED3-E90D-4684-AE24-527C1E129B25}" type="presParOf" srcId="{8CDEC973-2D2A-4710-81E2-1B2D950FC6AF}" destId="{9450AE1F-ECDA-4911-9CDA-52E4743EA1D2}" srcOrd="0" destOrd="0" presId="urn:microsoft.com/office/officeart/2005/8/layout/hierarchy2"/>
    <dgm:cxn modelId="{28992364-D1FC-469A-A558-E5F1CBA6B56B}" type="presParOf" srcId="{9450AE1F-ECDA-4911-9CDA-52E4743EA1D2}" destId="{CF6811E3-3335-4FA9-8D2C-BA2F0EB0BED2}" srcOrd="0" destOrd="0" presId="urn:microsoft.com/office/officeart/2005/8/layout/hierarchy2"/>
    <dgm:cxn modelId="{2A7C5BFA-C5E0-43AD-B1E8-FAB8065CDACF}" type="presParOf" srcId="{9450AE1F-ECDA-4911-9CDA-52E4743EA1D2}" destId="{C69D656E-AF01-4E3A-8915-D33178A4EE5D}" srcOrd="1" destOrd="0" presId="urn:microsoft.com/office/officeart/2005/8/layout/hierarchy2"/>
    <dgm:cxn modelId="{DAF2AA77-BF1D-4C75-99A0-FDA833040DF8}" type="presParOf" srcId="{C69D656E-AF01-4E3A-8915-D33178A4EE5D}" destId="{488507C3-1F84-4C5F-9CAF-F7856C5CBD50}" srcOrd="0" destOrd="0" presId="urn:microsoft.com/office/officeart/2005/8/layout/hierarchy2"/>
    <dgm:cxn modelId="{FBE2C378-A1CA-49EF-AC98-736D1E96CCA0}" type="presParOf" srcId="{488507C3-1F84-4C5F-9CAF-F7856C5CBD50}" destId="{F326E7CB-60BF-44D4-9729-650CEFFC3EEA}" srcOrd="0" destOrd="0" presId="urn:microsoft.com/office/officeart/2005/8/layout/hierarchy2"/>
    <dgm:cxn modelId="{42D34ED1-181C-46B8-B43E-8F97B156FE6C}" type="presParOf" srcId="{C69D656E-AF01-4E3A-8915-D33178A4EE5D}" destId="{31EF02DD-76D9-4D67-9F4F-7E56BA6A623A}" srcOrd="1" destOrd="0" presId="urn:microsoft.com/office/officeart/2005/8/layout/hierarchy2"/>
    <dgm:cxn modelId="{2706A182-A9E5-4851-BA7B-52FD5E2958CE}" type="presParOf" srcId="{31EF02DD-76D9-4D67-9F4F-7E56BA6A623A}" destId="{56688898-DA44-4F40-B05A-20437144A210}" srcOrd="0" destOrd="0" presId="urn:microsoft.com/office/officeart/2005/8/layout/hierarchy2"/>
    <dgm:cxn modelId="{6E421CA4-2378-4A25-9B89-08C5A366109D}" type="presParOf" srcId="{31EF02DD-76D9-4D67-9F4F-7E56BA6A623A}" destId="{D772DC1E-44C3-4F33-98D6-EAE1CFA07388}" srcOrd="1" destOrd="0" presId="urn:microsoft.com/office/officeart/2005/8/layout/hierarchy2"/>
    <dgm:cxn modelId="{47D9FC83-00AC-4CB4-B41A-64D79A369515}" type="presParOf" srcId="{D772DC1E-44C3-4F33-98D6-EAE1CFA07388}" destId="{B9C5317A-4517-4631-B3F8-378E38598195}" srcOrd="0" destOrd="0" presId="urn:microsoft.com/office/officeart/2005/8/layout/hierarchy2"/>
    <dgm:cxn modelId="{44D5E7F8-1B23-4879-B031-7F660F50EB79}" type="presParOf" srcId="{B9C5317A-4517-4631-B3F8-378E38598195}" destId="{59837328-4616-4A94-AA8E-A17139635F76}" srcOrd="0" destOrd="0" presId="urn:microsoft.com/office/officeart/2005/8/layout/hierarchy2"/>
    <dgm:cxn modelId="{6BDCAA51-D2EF-4AAD-AAF2-92C893DF5D3D}" type="presParOf" srcId="{D772DC1E-44C3-4F33-98D6-EAE1CFA07388}" destId="{EFC89A01-2DA0-4567-8787-619709BB98BD}" srcOrd="1" destOrd="0" presId="urn:microsoft.com/office/officeart/2005/8/layout/hierarchy2"/>
    <dgm:cxn modelId="{AEDF2F6C-68EB-405D-AD32-052723146069}" type="presParOf" srcId="{EFC89A01-2DA0-4567-8787-619709BB98BD}" destId="{3EBBBE8D-137D-4584-952D-524A1C83AAF5}" srcOrd="0" destOrd="0" presId="urn:microsoft.com/office/officeart/2005/8/layout/hierarchy2"/>
    <dgm:cxn modelId="{8E55588F-128D-49ED-BA43-9964E6015B86}" type="presParOf" srcId="{EFC89A01-2DA0-4567-8787-619709BB98BD}" destId="{BC3333B8-34C7-4AEB-9BE0-73B794C91858}" srcOrd="1" destOrd="0" presId="urn:microsoft.com/office/officeart/2005/8/layout/hierarchy2"/>
    <dgm:cxn modelId="{02259168-1884-4FA7-90AA-12E9538B8037}" type="presParOf" srcId="{BC3333B8-34C7-4AEB-9BE0-73B794C91858}" destId="{B5FD1C73-06B6-419B-92DB-0FE8888FA212}" srcOrd="0" destOrd="0" presId="urn:microsoft.com/office/officeart/2005/8/layout/hierarchy2"/>
    <dgm:cxn modelId="{86B1D4DD-79DB-46F1-BE79-494373F688DE}" type="presParOf" srcId="{B5FD1C73-06B6-419B-92DB-0FE8888FA212}" destId="{679A4193-DB36-4CB0-B64C-A2CDD26A12F0}" srcOrd="0" destOrd="0" presId="urn:microsoft.com/office/officeart/2005/8/layout/hierarchy2"/>
    <dgm:cxn modelId="{8654A693-E885-45D2-A21A-9F29B4A31FA6}" type="presParOf" srcId="{BC3333B8-34C7-4AEB-9BE0-73B794C91858}" destId="{1C877132-00EC-4123-B0EB-9E725DA0589A}" srcOrd="1" destOrd="0" presId="urn:microsoft.com/office/officeart/2005/8/layout/hierarchy2"/>
    <dgm:cxn modelId="{5E63FFB8-E06D-43EC-B637-3858A84B6BC0}" type="presParOf" srcId="{1C877132-00EC-4123-B0EB-9E725DA0589A}" destId="{DAFCCA9E-8F02-42F0-8E7E-BEE247EF2950}" srcOrd="0" destOrd="0" presId="urn:microsoft.com/office/officeart/2005/8/layout/hierarchy2"/>
    <dgm:cxn modelId="{F1A1379C-DC22-43F7-84C5-4E6139C5C2E9}" type="presParOf" srcId="{1C877132-00EC-4123-B0EB-9E725DA0589A}" destId="{DD317689-CA79-42FC-96ED-C1B567893FA0}" srcOrd="1" destOrd="0" presId="urn:microsoft.com/office/officeart/2005/8/layout/hierarchy2"/>
    <dgm:cxn modelId="{1F2368A6-6234-4F5B-88D5-5AC93984B26E}" type="presParOf" srcId="{D772DC1E-44C3-4F33-98D6-EAE1CFA07388}" destId="{602380B8-24CF-465A-B11D-74F88C5BBA90}" srcOrd="2" destOrd="0" presId="urn:microsoft.com/office/officeart/2005/8/layout/hierarchy2"/>
    <dgm:cxn modelId="{5D9A48C2-1E97-487F-8AFA-F8B116DF3FBA}" type="presParOf" srcId="{602380B8-24CF-465A-B11D-74F88C5BBA90}" destId="{5279A453-7C43-48F0-92F4-51F5897BF60D}" srcOrd="0" destOrd="0" presId="urn:microsoft.com/office/officeart/2005/8/layout/hierarchy2"/>
    <dgm:cxn modelId="{09C359FC-3E60-437C-B0DF-AD98B3B2FFE7}" type="presParOf" srcId="{D772DC1E-44C3-4F33-98D6-EAE1CFA07388}" destId="{CCC35FCE-351C-4D1E-963D-E1F4671A7C69}" srcOrd="3" destOrd="0" presId="urn:microsoft.com/office/officeart/2005/8/layout/hierarchy2"/>
    <dgm:cxn modelId="{CC75C55D-F4E7-480E-84AE-A642DEFDE124}" type="presParOf" srcId="{CCC35FCE-351C-4D1E-963D-E1F4671A7C69}" destId="{0B623FF7-6554-491E-A356-A28266E52234}" srcOrd="0" destOrd="0" presId="urn:microsoft.com/office/officeart/2005/8/layout/hierarchy2"/>
    <dgm:cxn modelId="{EAD8F242-2C4A-498F-87AD-5A0A84724117}" type="presParOf" srcId="{CCC35FCE-351C-4D1E-963D-E1F4671A7C69}" destId="{582F3614-F5BB-4C89-BA06-610F9F852FE5}" srcOrd="1" destOrd="0" presId="urn:microsoft.com/office/officeart/2005/8/layout/hierarchy2"/>
    <dgm:cxn modelId="{94AD7481-15B7-432F-A6FD-F247182F6FD5}" type="presParOf" srcId="{582F3614-F5BB-4C89-BA06-610F9F852FE5}" destId="{4EEBD886-D6E7-4FFB-B959-5B7C8CD32F95}" srcOrd="0" destOrd="0" presId="urn:microsoft.com/office/officeart/2005/8/layout/hierarchy2"/>
    <dgm:cxn modelId="{F85A8310-6A97-40BC-AD77-CEBA59DE3273}" type="presParOf" srcId="{4EEBD886-D6E7-4FFB-B959-5B7C8CD32F95}" destId="{5971B27E-2E43-4647-B926-C6559F2E72C0}" srcOrd="0" destOrd="0" presId="urn:microsoft.com/office/officeart/2005/8/layout/hierarchy2"/>
    <dgm:cxn modelId="{F0C3D785-D2F0-442B-88CC-378D7CF31397}" type="presParOf" srcId="{582F3614-F5BB-4C89-BA06-610F9F852FE5}" destId="{F7E28903-CE95-4A36-8DE3-C64EC009F412}" srcOrd="1" destOrd="0" presId="urn:microsoft.com/office/officeart/2005/8/layout/hierarchy2"/>
    <dgm:cxn modelId="{77B771A3-F51E-4085-9630-C350063901AD}" type="presParOf" srcId="{F7E28903-CE95-4A36-8DE3-C64EC009F412}" destId="{EE550348-8B28-42AB-A12A-6698CCEB9F83}" srcOrd="0" destOrd="0" presId="urn:microsoft.com/office/officeart/2005/8/layout/hierarchy2"/>
    <dgm:cxn modelId="{0A64EA58-42AF-4004-B57E-BE3064B39F3E}" type="presParOf" srcId="{F7E28903-CE95-4A36-8DE3-C64EC009F412}" destId="{CF85A9CD-5798-45BF-9A43-439200F6416A}" srcOrd="1" destOrd="0" presId="urn:microsoft.com/office/officeart/2005/8/layout/hierarchy2"/>
    <dgm:cxn modelId="{AED334B7-05DF-4C7E-902B-749C5CA69E80}" type="presParOf" srcId="{582F3614-F5BB-4C89-BA06-610F9F852FE5}" destId="{AB660405-BF54-48EF-87C8-FE8F4F001B3F}" srcOrd="2" destOrd="0" presId="urn:microsoft.com/office/officeart/2005/8/layout/hierarchy2"/>
    <dgm:cxn modelId="{3F45C39A-F033-4A7F-B1ED-E38E4E1ACB3F}" type="presParOf" srcId="{AB660405-BF54-48EF-87C8-FE8F4F001B3F}" destId="{BF816E4F-3E30-40D7-BD14-44596EC100DF}" srcOrd="0" destOrd="0" presId="urn:microsoft.com/office/officeart/2005/8/layout/hierarchy2"/>
    <dgm:cxn modelId="{C33CB843-378B-4086-962F-7A39DEA94AA2}" type="presParOf" srcId="{582F3614-F5BB-4C89-BA06-610F9F852FE5}" destId="{C9FF724C-B094-4A66-8F1B-DB3929F152D0}" srcOrd="3" destOrd="0" presId="urn:microsoft.com/office/officeart/2005/8/layout/hierarchy2"/>
    <dgm:cxn modelId="{CEC52B30-3722-42E9-B287-C0ADA372E0C6}" type="presParOf" srcId="{C9FF724C-B094-4A66-8F1B-DB3929F152D0}" destId="{D97A07BE-3E10-4703-9845-1B9A0CF7FA66}" srcOrd="0" destOrd="0" presId="urn:microsoft.com/office/officeart/2005/8/layout/hierarchy2"/>
    <dgm:cxn modelId="{1C4231C0-B99A-484B-917F-4C341FA97C22}" type="presParOf" srcId="{C9FF724C-B094-4A66-8F1B-DB3929F152D0}" destId="{588D97FE-5D97-4296-A118-708691A5DC4B}" srcOrd="1" destOrd="0" presId="urn:microsoft.com/office/officeart/2005/8/layout/hierarchy2"/>
    <dgm:cxn modelId="{303AF6A7-7345-4C02-9C38-49DB6E30EA3F}" type="presParOf" srcId="{D772DC1E-44C3-4F33-98D6-EAE1CFA07388}" destId="{B3187DC3-9ABF-480D-A881-B634E1E8DEB3}" srcOrd="4" destOrd="0" presId="urn:microsoft.com/office/officeart/2005/8/layout/hierarchy2"/>
    <dgm:cxn modelId="{B3637AD8-703B-48F7-9ECD-4FECD6B64EAF}" type="presParOf" srcId="{B3187DC3-9ABF-480D-A881-B634E1E8DEB3}" destId="{F980699E-C2B3-40EF-BE60-5A731A474F2A}" srcOrd="0" destOrd="0" presId="urn:microsoft.com/office/officeart/2005/8/layout/hierarchy2"/>
    <dgm:cxn modelId="{9F6EEB04-35AC-45F7-8945-0E01141CD52B}" type="presParOf" srcId="{D772DC1E-44C3-4F33-98D6-EAE1CFA07388}" destId="{47FDABFC-819E-40FC-9C10-0594684F09CA}" srcOrd="5" destOrd="0" presId="urn:microsoft.com/office/officeart/2005/8/layout/hierarchy2"/>
    <dgm:cxn modelId="{C5A4943A-DAFB-4EEB-B69E-737C8BB53539}" type="presParOf" srcId="{47FDABFC-819E-40FC-9C10-0594684F09CA}" destId="{F9F406CE-C358-42D4-8F61-A0F08DE3E4C0}" srcOrd="0" destOrd="0" presId="urn:microsoft.com/office/officeart/2005/8/layout/hierarchy2"/>
    <dgm:cxn modelId="{18213FCB-08A9-4743-9F6F-76ACD46222DC}" type="presParOf" srcId="{47FDABFC-819E-40FC-9C10-0594684F09CA}" destId="{74574048-B95F-4DD7-94F8-39938341A06A}" srcOrd="1" destOrd="0" presId="urn:microsoft.com/office/officeart/2005/8/layout/hierarchy2"/>
    <dgm:cxn modelId="{6220AD55-146E-4645-97E6-869EC1236913}" type="presParOf" srcId="{74574048-B95F-4DD7-94F8-39938341A06A}" destId="{E0B40188-6209-4C42-8E38-3776E8AB96D1}" srcOrd="0" destOrd="0" presId="urn:microsoft.com/office/officeart/2005/8/layout/hierarchy2"/>
    <dgm:cxn modelId="{3720084E-EBF6-4CAF-ADDF-B2DA5C1FE0CB}" type="presParOf" srcId="{E0B40188-6209-4C42-8E38-3776E8AB96D1}" destId="{23FEFA73-C3F6-403B-94FD-0852EA410818}" srcOrd="0" destOrd="0" presId="urn:microsoft.com/office/officeart/2005/8/layout/hierarchy2"/>
    <dgm:cxn modelId="{D7D0EB28-CA31-4E4E-98CD-B91C24DDD8A9}" type="presParOf" srcId="{74574048-B95F-4DD7-94F8-39938341A06A}" destId="{374EC80C-9603-4925-A74A-246D6778858A}" srcOrd="1" destOrd="0" presId="urn:microsoft.com/office/officeart/2005/8/layout/hierarchy2"/>
    <dgm:cxn modelId="{9557B511-3A29-4A48-B19B-96C32E1EF0C6}" type="presParOf" srcId="{374EC80C-9603-4925-A74A-246D6778858A}" destId="{593EF8A3-0F94-4D6F-8A51-849A842232FC}" srcOrd="0" destOrd="0" presId="urn:microsoft.com/office/officeart/2005/8/layout/hierarchy2"/>
    <dgm:cxn modelId="{C0F279AD-7D33-47DB-AB3A-BFF9AAD1E06C}" type="presParOf" srcId="{374EC80C-9603-4925-A74A-246D6778858A}" destId="{85FA4989-18BD-4418-B2F4-1CAD48234D77}" srcOrd="1" destOrd="0" presId="urn:microsoft.com/office/officeart/2005/8/layout/hierarchy2"/>
    <dgm:cxn modelId="{2DCD7091-6791-44C7-8208-ECA4EE237E4A}" type="presParOf" srcId="{D772DC1E-44C3-4F33-98D6-EAE1CFA07388}" destId="{D99C7239-B1BC-4DD1-BEE4-C1419F17E521}" srcOrd="6" destOrd="0" presId="urn:microsoft.com/office/officeart/2005/8/layout/hierarchy2"/>
    <dgm:cxn modelId="{65CC6EA9-E325-4388-8D84-CDAE4A00E5A4}" type="presParOf" srcId="{D99C7239-B1BC-4DD1-BEE4-C1419F17E521}" destId="{5D5A31E1-9F3A-4B28-BE33-E74DA2FA6F2A}" srcOrd="0" destOrd="0" presId="urn:microsoft.com/office/officeart/2005/8/layout/hierarchy2"/>
    <dgm:cxn modelId="{1CEEB47F-1A1F-4DA7-A00F-4C36544CB2DF}" type="presParOf" srcId="{D772DC1E-44C3-4F33-98D6-EAE1CFA07388}" destId="{630C0DB9-D68E-4237-906F-0099D1D903A0}" srcOrd="7" destOrd="0" presId="urn:microsoft.com/office/officeart/2005/8/layout/hierarchy2"/>
    <dgm:cxn modelId="{5823070A-5619-4B1A-81B3-ACDBEEB2832F}" type="presParOf" srcId="{630C0DB9-D68E-4237-906F-0099D1D903A0}" destId="{4C84E876-D9DE-4702-BC52-953C0B487E35}" srcOrd="0" destOrd="0" presId="urn:microsoft.com/office/officeart/2005/8/layout/hierarchy2"/>
    <dgm:cxn modelId="{127C0A74-B95F-413F-BE70-3883E9390EDE}" type="presParOf" srcId="{630C0DB9-D68E-4237-906F-0099D1D903A0}" destId="{C9FB7A5C-9F95-4613-8F21-44CCF66823C5}" srcOrd="1" destOrd="0" presId="urn:microsoft.com/office/officeart/2005/8/layout/hierarchy2"/>
    <dgm:cxn modelId="{9B221F42-E21B-4577-9B78-66D5FF8337B0}" type="presParOf" srcId="{C9FB7A5C-9F95-4613-8F21-44CCF66823C5}" destId="{CEC05133-3DDD-4398-9939-E61A8799317B}" srcOrd="0" destOrd="0" presId="urn:microsoft.com/office/officeart/2005/8/layout/hierarchy2"/>
    <dgm:cxn modelId="{406E1522-0E5C-41EC-9C51-3E53ED4D2D53}" type="presParOf" srcId="{CEC05133-3DDD-4398-9939-E61A8799317B}" destId="{6515108E-F149-4335-8009-FB84600EDC1D}" srcOrd="0" destOrd="0" presId="urn:microsoft.com/office/officeart/2005/8/layout/hierarchy2"/>
    <dgm:cxn modelId="{E42367DB-2ECF-40EF-B744-CFBDCE4C3535}" type="presParOf" srcId="{C9FB7A5C-9F95-4613-8F21-44CCF66823C5}" destId="{FF9AB104-734E-4E40-9D97-AB1464C00127}" srcOrd="1" destOrd="0" presId="urn:microsoft.com/office/officeart/2005/8/layout/hierarchy2"/>
    <dgm:cxn modelId="{EC5DF987-C669-495A-997F-C10DE75FC7F5}" type="presParOf" srcId="{FF9AB104-734E-4E40-9D97-AB1464C00127}" destId="{70F5343B-457F-4751-AF50-037244A56605}" srcOrd="0" destOrd="0" presId="urn:microsoft.com/office/officeart/2005/8/layout/hierarchy2"/>
    <dgm:cxn modelId="{17CBEFC4-A4EA-4925-B061-948949D17C90}" type="presParOf" srcId="{FF9AB104-734E-4E40-9D97-AB1464C00127}" destId="{3EFE960C-024E-4204-AF67-77C202F8BDC2}" srcOrd="1" destOrd="0" presId="urn:microsoft.com/office/officeart/2005/8/layout/hierarchy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4332B800-C8E6-8946-9541-D4F1DD1CFFDA}" type="doc">
      <dgm:prSet loTypeId="urn:microsoft.com/office/officeart/2005/8/layout/lProcess3" loCatId="" qsTypeId="urn:microsoft.com/office/officeart/2005/8/quickstyle/simple1" qsCatId="simple" csTypeId="urn:microsoft.com/office/officeart/2005/8/colors/accent1_2" csCatId="accent1" phldr="1"/>
      <dgm:spPr/>
      <dgm:t>
        <a:bodyPr/>
        <a:lstStyle/>
        <a:p>
          <a:endParaRPr lang="en-US"/>
        </a:p>
      </dgm:t>
    </dgm:pt>
    <dgm:pt modelId="{1DE32DD3-EC14-384B-8A96-3DE3679751B0}">
      <dgm:prSet phldrT="[Text]"/>
      <dgm:spPr/>
      <dgm:t>
        <a:bodyPr/>
        <a:lstStyle/>
        <a:p>
          <a:r>
            <a:rPr lang="en-US" dirty="0"/>
            <a:t>BUP +</a:t>
          </a:r>
        </a:p>
      </dgm:t>
    </dgm:pt>
    <dgm:pt modelId="{6A7827F0-6572-3542-93FE-7784BE001A9B}" type="parTrans" cxnId="{B3444601-99C8-A445-94B2-8FB987136646}">
      <dgm:prSet/>
      <dgm:spPr/>
      <dgm:t>
        <a:bodyPr/>
        <a:lstStyle/>
        <a:p>
          <a:endParaRPr lang="en-US"/>
        </a:p>
      </dgm:t>
    </dgm:pt>
    <dgm:pt modelId="{7E8CD0EA-D23E-6E43-9B65-A98B39EEAE07}" type="sibTrans" cxnId="{B3444601-99C8-A445-94B2-8FB987136646}">
      <dgm:prSet/>
      <dgm:spPr/>
      <dgm:t>
        <a:bodyPr/>
        <a:lstStyle/>
        <a:p>
          <a:endParaRPr lang="en-US"/>
        </a:p>
      </dgm:t>
    </dgm:pt>
    <dgm:pt modelId="{643F5771-AB6F-AA4E-BB9B-987F8A078A86}">
      <dgm:prSet phldrT="[Text]"/>
      <dgm:spPr>
        <a:solidFill>
          <a:schemeClr val="accent6">
            <a:alpha val="90000"/>
          </a:schemeClr>
        </a:solidFill>
      </dgm:spPr>
      <dgm:t>
        <a:bodyPr/>
        <a:lstStyle/>
        <a:p>
          <a:r>
            <a:rPr lang="en-US" dirty="0"/>
            <a:t>Appropriate</a:t>
          </a:r>
        </a:p>
      </dgm:t>
    </dgm:pt>
    <dgm:pt modelId="{E4DC9951-959F-D24F-9CFA-9727DCA7D52A}" type="parTrans" cxnId="{B584CC33-B88F-D742-A371-9036B92F6844}">
      <dgm:prSet/>
      <dgm:spPr/>
      <dgm:t>
        <a:bodyPr/>
        <a:lstStyle/>
        <a:p>
          <a:endParaRPr lang="en-US"/>
        </a:p>
      </dgm:t>
    </dgm:pt>
    <dgm:pt modelId="{F6E8771C-FDDB-4849-BA3B-A7171B68A123}" type="sibTrans" cxnId="{B584CC33-B88F-D742-A371-9036B92F6844}">
      <dgm:prSet/>
      <dgm:spPr/>
      <dgm:t>
        <a:bodyPr/>
        <a:lstStyle/>
        <a:p>
          <a:endParaRPr lang="en-US"/>
        </a:p>
      </dgm:t>
    </dgm:pt>
    <dgm:pt modelId="{9DFC2644-84DA-0249-8177-3BE6A0D2283E}">
      <dgm:prSet phldrT="[Text]"/>
      <dgm:spPr/>
      <dgm:t>
        <a:bodyPr/>
        <a:lstStyle/>
        <a:p>
          <a:r>
            <a:rPr lang="en-US" dirty="0"/>
            <a:t>BUP -</a:t>
          </a:r>
        </a:p>
      </dgm:t>
    </dgm:pt>
    <dgm:pt modelId="{2A2376C0-C5DA-894E-9E26-BB53653D1CA0}" type="parTrans" cxnId="{6EE34CE8-99B2-0247-8EAD-FAB3ADDD8A21}">
      <dgm:prSet/>
      <dgm:spPr/>
      <dgm:t>
        <a:bodyPr/>
        <a:lstStyle/>
        <a:p>
          <a:endParaRPr lang="en-US"/>
        </a:p>
      </dgm:t>
    </dgm:pt>
    <dgm:pt modelId="{06E77FF6-13EC-D941-A59F-1A544DBD85FC}" type="sibTrans" cxnId="{6EE34CE8-99B2-0247-8EAD-FAB3ADDD8A21}">
      <dgm:prSet/>
      <dgm:spPr/>
      <dgm:t>
        <a:bodyPr/>
        <a:lstStyle/>
        <a:p>
          <a:endParaRPr lang="en-US"/>
        </a:p>
      </dgm:t>
    </dgm:pt>
    <dgm:pt modelId="{CC780A34-2956-7543-BC0C-EEFCB53E7925}">
      <dgm:prSet phldrT="[Text]"/>
      <dgm:spPr>
        <a:solidFill>
          <a:schemeClr val="accent2">
            <a:lumMod val="60000"/>
            <a:lumOff val="40000"/>
            <a:alpha val="90000"/>
          </a:schemeClr>
        </a:solidFill>
      </dgm:spPr>
      <dgm:t>
        <a:bodyPr/>
        <a:lstStyle/>
        <a:p>
          <a:r>
            <a:rPr lang="en-US" dirty="0"/>
            <a:t>Not taking prescribed suboxone</a:t>
          </a:r>
        </a:p>
      </dgm:t>
    </dgm:pt>
    <dgm:pt modelId="{72395F5C-479E-BC4C-A2AC-002819F036E6}" type="parTrans" cxnId="{6FC8E2C2-D0DB-3048-BE1C-8A20807EFC95}">
      <dgm:prSet/>
      <dgm:spPr/>
      <dgm:t>
        <a:bodyPr/>
        <a:lstStyle/>
        <a:p>
          <a:endParaRPr lang="en-US"/>
        </a:p>
      </dgm:t>
    </dgm:pt>
    <dgm:pt modelId="{2FFEFD66-94FB-5047-A655-2A89B5097082}" type="sibTrans" cxnId="{6FC8E2C2-D0DB-3048-BE1C-8A20807EFC95}">
      <dgm:prSet/>
      <dgm:spPr/>
      <dgm:t>
        <a:bodyPr/>
        <a:lstStyle/>
        <a:p>
          <a:endParaRPr lang="en-US"/>
        </a:p>
      </dgm:t>
    </dgm:pt>
    <dgm:pt modelId="{65896048-2F85-1146-8742-D01D781AF359}">
      <dgm:prSet phldrT="[Text]"/>
      <dgm:spPr/>
      <dgm:t>
        <a:bodyPr/>
        <a:lstStyle/>
        <a:p>
          <a:r>
            <a:rPr lang="en-US" dirty="0"/>
            <a:t>BUP+, MET/COC+</a:t>
          </a:r>
        </a:p>
      </dgm:t>
    </dgm:pt>
    <dgm:pt modelId="{64F557C4-314B-AE45-A578-D40249CE751A}" type="parTrans" cxnId="{7B22166B-8A52-724F-B08B-48B38E243FAD}">
      <dgm:prSet/>
      <dgm:spPr/>
      <dgm:t>
        <a:bodyPr/>
        <a:lstStyle/>
        <a:p>
          <a:endParaRPr lang="en-US"/>
        </a:p>
      </dgm:t>
    </dgm:pt>
    <dgm:pt modelId="{8F436965-3745-9442-AACB-1DE4E2C61EE7}" type="sibTrans" cxnId="{7B22166B-8A52-724F-B08B-48B38E243FAD}">
      <dgm:prSet/>
      <dgm:spPr/>
      <dgm:t>
        <a:bodyPr/>
        <a:lstStyle/>
        <a:p>
          <a:endParaRPr lang="en-US"/>
        </a:p>
      </dgm:t>
    </dgm:pt>
    <dgm:pt modelId="{75F0A0E0-B89D-C447-AF63-5C1A7DD9AB48}">
      <dgm:prSet phldrT="[Text]"/>
      <dgm:spPr>
        <a:solidFill>
          <a:schemeClr val="accent2">
            <a:lumMod val="60000"/>
            <a:lumOff val="40000"/>
            <a:alpha val="90000"/>
          </a:schemeClr>
        </a:solidFill>
      </dgm:spPr>
      <dgm:t>
        <a:bodyPr/>
        <a:lstStyle/>
        <a:p>
          <a:r>
            <a:rPr lang="en-US" dirty="0"/>
            <a:t>Taking Suboxone and using stimulant</a:t>
          </a:r>
        </a:p>
      </dgm:t>
    </dgm:pt>
    <dgm:pt modelId="{A5D9EABA-31FA-9744-87D9-862BA29FBF41}" type="parTrans" cxnId="{7AA3FD76-5106-1941-9C51-FD8529581BB8}">
      <dgm:prSet/>
      <dgm:spPr/>
      <dgm:t>
        <a:bodyPr/>
        <a:lstStyle/>
        <a:p>
          <a:endParaRPr lang="en-US"/>
        </a:p>
      </dgm:t>
    </dgm:pt>
    <dgm:pt modelId="{C78CE66E-96B7-A340-BA62-1A43FE10964C}" type="sibTrans" cxnId="{7AA3FD76-5106-1941-9C51-FD8529581BB8}">
      <dgm:prSet/>
      <dgm:spPr/>
      <dgm:t>
        <a:bodyPr/>
        <a:lstStyle/>
        <a:p>
          <a:endParaRPr lang="en-US"/>
        </a:p>
      </dgm:t>
    </dgm:pt>
    <dgm:pt modelId="{6EE34724-8799-FC4C-8B64-91A7DF426AE3}">
      <dgm:prSet/>
      <dgm:spPr/>
      <dgm:t>
        <a:bodyPr/>
        <a:lstStyle/>
        <a:p>
          <a:r>
            <a:rPr lang="en-US" dirty="0"/>
            <a:t>BUP+, FENT*+</a:t>
          </a:r>
        </a:p>
      </dgm:t>
    </dgm:pt>
    <dgm:pt modelId="{1A523FE7-7BBF-7943-BA96-E5CED0D8D01A}" type="parTrans" cxnId="{7099309A-0A9E-1443-B63F-8AEFF3CDF6A0}">
      <dgm:prSet/>
      <dgm:spPr/>
      <dgm:t>
        <a:bodyPr/>
        <a:lstStyle/>
        <a:p>
          <a:endParaRPr lang="en-US"/>
        </a:p>
      </dgm:t>
    </dgm:pt>
    <dgm:pt modelId="{724272A3-F0D6-7D43-B6FD-D0D5E7EA3F1A}" type="sibTrans" cxnId="{7099309A-0A9E-1443-B63F-8AEFF3CDF6A0}">
      <dgm:prSet/>
      <dgm:spPr/>
      <dgm:t>
        <a:bodyPr/>
        <a:lstStyle/>
        <a:p>
          <a:endParaRPr lang="en-US"/>
        </a:p>
      </dgm:t>
    </dgm:pt>
    <dgm:pt modelId="{F548D241-B905-C843-9D65-7D941C645EFC}">
      <dgm:prSet/>
      <dgm:spPr>
        <a:solidFill>
          <a:schemeClr val="accent2">
            <a:lumMod val="60000"/>
            <a:lumOff val="40000"/>
            <a:alpha val="90000"/>
          </a:schemeClr>
        </a:solidFill>
      </dgm:spPr>
      <dgm:t>
        <a:bodyPr/>
        <a:lstStyle/>
        <a:p>
          <a:r>
            <a:rPr lang="en-US" dirty="0"/>
            <a:t>Taking Suboxone and continued opioid use</a:t>
          </a:r>
        </a:p>
      </dgm:t>
    </dgm:pt>
    <dgm:pt modelId="{D8B6FC2F-2E13-DA4E-B13F-1C5980D29E81}" type="parTrans" cxnId="{2FC2E3C5-2FEC-124C-BB2A-BFA364CDFDBE}">
      <dgm:prSet/>
      <dgm:spPr/>
      <dgm:t>
        <a:bodyPr/>
        <a:lstStyle/>
        <a:p>
          <a:endParaRPr lang="en-US"/>
        </a:p>
      </dgm:t>
    </dgm:pt>
    <dgm:pt modelId="{EE5BDAE3-C6BE-5C4E-90A6-D50C23C59C1F}" type="sibTrans" cxnId="{2FC2E3C5-2FEC-124C-BB2A-BFA364CDFDBE}">
      <dgm:prSet/>
      <dgm:spPr/>
      <dgm:t>
        <a:bodyPr/>
        <a:lstStyle/>
        <a:p>
          <a:endParaRPr lang="en-US"/>
        </a:p>
      </dgm:t>
    </dgm:pt>
    <dgm:pt modelId="{A78F5628-6D01-AE42-AB2E-A3C4BFC99129}">
      <dgm:prSet/>
      <dgm:spPr/>
      <dgm:t>
        <a:bodyPr/>
        <a:lstStyle/>
        <a:p>
          <a:r>
            <a:rPr lang="en-US" dirty="0"/>
            <a:t>Concern for diversion</a:t>
          </a:r>
        </a:p>
      </dgm:t>
    </dgm:pt>
    <dgm:pt modelId="{A0C55DC5-991D-6746-B478-CBF82B170A11}" type="parTrans" cxnId="{BA0F051D-4930-064C-BDD1-7BCA8E4D130C}">
      <dgm:prSet/>
      <dgm:spPr/>
      <dgm:t>
        <a:bodyPr/>
        <a:lstStyle/>
        <a:p>
          <a:endParaRPr lang="en-US"/>
        </a:p>
      </dgm:t>
    </dgm:pt>
    <dgm:pt modelId="{E3F040A9-D520-6F45-8126-AF3657CE5594}" type="sibTrans" cxnId="{BA0F051D-4930-064C-BDD1-7BCA8E4D130C}">
      <dgm:prSet/>
      <dgm:spPr/>
      <dgm:t>
        <a:bodyPr/>
        <a:lstStyle/>
        <a:p>
          <a:endParaRPr lang="en-US"/>
        </a:p>
      </dgm:t>
    </dgm:pt>
    <dgm:pt modelId="{D8014A9A-1CCD-EF46-8F87-98A2E3A16493}">
      <dgm:prSet/>
      <dgm:spPr/>
      <dgm:t>
        <a:bodyPr/>
        <a:lstStyle/>
        <a:p>
          <a:r>
            <a:rPr lang="en-US" dirty="0"/>
            <a:t>Continue suboxone for OUD and address stimulant use</a:t>
          </a:r>
        </a:p>
      </dgm:t>
    </dgm:pt>
    <dgm:pt modelId="{B597B84D-60F5-1E42-8A1A-AD28BD54C6C7}" type="parTrans" cxnId="{14223C06-2D26-014B-B2D9-4CC4A41D00F9}">
      <dgm:prSet/>
      <dgm:spPr/>
      <dgm:t>
        <a:bodyPr/>
        <a:lstStyle/>
        <a:p>
          <a:endParaRPr lang="en-US"/>
        </a:p>
      </dgm:t>
    </dgm:pt>
    <dgm:pt modelId="{A20B332C-F438-9A48-81C2-C0298AC648FC}" type="sibTrans" cxnId="{14223C06-2D26-014B-B2D9-4CC4A41D00F9}">
      <dgm:prSet/>
      <dgm:spPr/>
      <dgm:t>
        <a:bodyPr/>
        <a:lstStyle/>
        <a:p>
          <a:endParaRPr lang="en-US"/>
        </a:p>
      </dgm:t>
    </dgm:pt>
    <dgm:pt modelId="{568AE8D2-996D-2D46-8962-A6A002246849}">
      <dgm:prSet/>
      <dgm:spPr/>
      <dgm:t>
        <a:bodyPr/>
        <a:lstStyle/>
        <a:p>
          <a:r>
            <a:rPr lang="en-US" dirty="0"/>
            <a:t>Consider higher dose if ongoing cravings. Or HLOC</a:t>
          </a:r>
        </a:p>
      </dgm:t>
    </dgm:pt>
    <dgm:pt modelId="{CB967627-7711-194F-BF21-96E6B9C08AC2}" type="parTrans" cxnId="{C75484C7-11DE-B440-A594-FDAF069FE7C3}">
      <dgm:prSet/>
      <dgm:spPr/>
      <dgm:t>
        <a:bodyPr/>
        <a:lstStyle/>
        <a:p>
          <a:endParaRPr lang="en-US"/>
        </a:p>
      </dgm:t>
    </dgm:pt>
    <dgm:pt modelId="{AF6EE4DC-A473-9947-9C65-5224A7655E02}" type="sibTrans" cxnId="{C75484C7-11DE-B440-A594-FDAF069FE7C3}">
      <dgm:prSet/>
      <dgm:spPr/>
      <dgm:t>
        <a:bodyPr/>
        <a:lstStyle/>
        <a:p>
          <a:endParaRPr lang="en-US"/>
        </a:p>
      </dgm:t>
    </dgm:pt>
    <dgm:pt modelId="{9AA18C9E-DF9B-3045-995D-BA8A9601A17C}">
      <dgm:prSet/>
      <dgm:spPr/>
      <dgm:t>
        <a:bodyPr/>
        <a:lstStyle/>
        <a:p>
          <a:r>
            <a:rPr lang="en-US" dirty="0"/>
            <a:t>BUP - , FENT*+</a:t>
          </a:r>
        </a:p>
      </dgm:t>
    </dgm:pt>
    <dgm:pt modelId="{EECC0ACE-AB76-9643-874F-9083E149C526}" type="parTrans" cxnId="{F2A67C7A-F878-3148-941A-5420EF271B6E}">
      <dgm:prSet/>
      <dgm:spPr/>
      <dgm:t>
        <a:bodyPr/>
        <a:lstStyle/>
        <a:p>
          <a:endParaRPr lang="en-US"/>
        </a:p>
      </dgm:t>
    </dgm:pt>
    <dgm:pt modelId="{D0B0F690-84D3-8145-888E-6E7439F58D24}" type="sibTrans" cxnId="{F2A67C7A-F878-3148-941A-5420EF271B6E}">
      <dgm:prSet/>
      <dgm:spPr/>
      <dgm:t>
        <a:bodyPr/>
        <a:lstStyle/>
        <a:p>
          <a:endParaRPr lang="en-US"/>
        </a:p>
      </dgm:t>
    </dgm:pt>
    <dgm:pt modelId="{4B7EC59E-41CA-6646-B197-34284B69E4E4}">
      <dgm:prSet/>
      <dgm:spPr>
        <a:solidFill>
          <a:schemeClr val="accent2">
            <a:lumMod val="60000"/>
            <a:lumOff val="40000"/>
            <a:alpha val="90000"/>
          </a:schemeClr>
        </a:solidFill>
      </dgm:spPr>
      <dgm:t>
        <a:bodyPr/>
        <a:lstStyle/>
        <a:p>
          <a:r>
            <a:rPr lang="en-US" dirty="0"/>
            <a:t>Not taking Suboxone, ongoing opioid use</a:t>
          </a:r>
        </a:p>
      </dgm:t>
    </dgm:pt>
    <dgm:pt modelId="{28C77CA6-7CFA-1944-A4CF-241ED5A4303D}" type="parTrans" cxnId="{CBA784C1-BF78-B342-8A48-7057E71B84E5}">
      <dgm:prSet/>
      <dgm:spPr/>
      <dgm:t>
        <a:bodyPr/>
        <a:lstStyle/>
        <a:p>
          <a:endParaRPr lang="en-US"/>
        </a:p>
      </dgm:t>
    </dgm:pt>
    <dgm:pt modelId="{7EBEC49B-1908-E94A-B741-002F48B45032}" type="sibTrans" cxnId="{CBA784C1-BF78-B342-8A48-7057E71B84E5}">
      <dgm:prSet/>
      <dgm:spPr/>
      <dgm:t>
        <a:bodyPr/>
        <a:lstStyle/>
        <a:p>
          <a:endParaRPr lang="en-US"/>
        </a:p>
      </dgm:t>
    </dgm:pt>
    <dgm:pt modelId="{49E1F77B-3541-8F48-9E04-CA8B397BA55D}">
      <dgm:prSet/>
      <dgm:spPr/>
      <dgm:t>
        <a:bodyPr/>
        <a:lstStyle/>
        <a:p>
          <a:r>
            <a:rPr lang="en-US" dirty="0"/>
            <a:t>Consider HLOC vs patient unable to start BUP due to concern for PW</a:t>
          </a:r>
        </a:p>
      </dgm:t>
    </dgm:pt>
    <dgm:pt modelId="{26E0DDC3-148E-9447-801B-F21911115150}" type="parTrans" cxnId="{544326F6-4CE7-B343-839A-2D0D3DA81387}">
      <dgm:prSet/>
      <dgm:spPr/>
      <dgm:t>
        <a:bodyPr/>
        <a:lstStyle/>
        <a:p>
          <a:endParaRPr lang="en-US"/>
        </a:p>
      </dgm:t>
    </dgm:pt>
    <dgm:pt modelId="{7E1D1B95-B60A-AB45-BE0B-9C97E6E1A349}" type="sibTrans" cxnId="{544326F6-4CE7-B343-839A-2D0D3DA81387}">
      <dgm:prSet/>
      <dgm:spPr/>
      <dgm:t>
        <a:bodyPr/>
        <a:lstStyle/>
        <a:p>
          <a:endParaRPr lang="en-US"/>
        </a:p>
      </dgm:t>
    </dgm:pt>
    <dgm:pt modelId="{0DDD8C4C-E1C2-3341-9426-8A1BCEE885D6}" type="pres">
      <dgm:prSet presAssocID="{4332B800-C8E6-8946-9541-D4F1DD1CFFDA}" presName="Name0" presStyleCnt="0">
        <dgm:presLayoutVars>
          <dgm:chPref val="3"/>
          <dgm:dir/>
          <dgm:animLvl val="lvl"/>
          <dgm:resizeHandles/>
        </dgm:presLayoutVars>
      </dgm:prSet>
      <dgm:spPr/>
    </dgm:pt>
    <dgm:pt modelId="{C5D605CA-DCB9-F344-8F64-D0AC5AC1FDE3}" type="pres">
      <dgm:prSet presAssocID="{1DE32DD3-EC14-384B-8A96-3DE3679751B0}" presName="horFlow" presStyleCnt="0"/>
      <dgm:spPr/>
    </dgm:pt>
    <dgm:pt modelId="{E664A911-E8C9-F445-8FD7-4CD45043FFB7}" type="pres">
      <dgm:prSet presAssocID="{1DE32DD3-EC14-384B-8A96-3DE3679751B0}" presName="bigChev" presStyleLbl="node1" presStyleIdx="0" presStyleCnt="5"/>
      <dgm:spPr/>
    </dgm:pt>
    <dgm:pt modelId="{6CF11102-93D9-C446-86E7-A792CF518A8F}" type="pres">
      <dgm:prSet presAssocID="{E4DC9951-959F-D24F-9CFA-9727DCA7D52A}" presName="parTrans" presStyleCnt="0"/>
      <dgm:spPr/>
    </dgm:pt>
    <dgm:pt modelId="{4432F386-8DD6-8E4C-A4D6-2EFD7F9F23C6}" type="pres">
      <dgm:prSet presAssocID="{643F5771-AB6F-AA4E-BB9B-987F8A078A86}" presName="node" presStyleLbl="alignAccFollowNode1" presStyleIdx="0" presStyleCnt="9">
        <dgm:presLayoutVars>
          <dgm:bulletEnabled val="1"/>
        </dgm:presLayoutVars>
      </dgm:prSet>
      <dgm:spPr/>
    </dgm:pt>
    <dgm:pt modelId="{87987A4F-B4B1-654A-A4BF-B763DF89DE52}" type="pres">
      <dgm:prSet presAssocID="{1DE32DD3-EC14-384B-8A96-3DE3679751B0}" presName="vSp" presStyleCnt="0"/>
      <dgm:spPr/>
    </dgm:pt>
    <dgm:pt modelId="{CB1201F0-5A7C-B44E-8A9F-B193BFFDA314}" type="pres">
      <dgm:prSet presAssocID="{9DFC2644-84DA-0249-8177-3BE6A0D2283E}" presName="horFlow" presStyleCnt="0"/>
      <dgm:spPr/>
    </dgm:pt>
    <dgm:pt modelId="{777A2FD2-6FF4-E042-82C2-D1DCAB78ABDC}" type="pres">
      <dgm:prSet presAssocID="{9DFC2644-84DA-0249-8177-3BE6A0D2283E}" presName="bigChev" presStyleLbl="node1" presStyleIdx="1" presStyleCnt="5"/>
      <dgm:spPr/>
    </dgm:pt>
    <dgm:pt modelId="{A2266612-69E6-9449-A69B-75DB8DC8FFCB}" type="pres">
      <dgm:prSet presAssocID="{72395F5C-479E-BC4C-A2AC-002819F036E6}" presName="parTrans" presStyleCnt="0"/>
      <dgm:spPr/>
    </dgm:pt>
    <dgm:pt modelId="{AD6827F5-EF72-1940-848A-A9C1E124DBA2}" type="pres">
      <dgm:prSet presAssocID="{CC780A34-2956-7543-BC0C-EEFCB53E7925}" presName="node" presStyleLbl="alignAccFollowNode1" presStyleIdx="1" presStyleCnt="9">
        <dgm:presLayoutVars>
          <dgm:bulletEnabled val="1"/>
        </dgm:presLayoutVars>
      </dgm:prSet>
      <dgm:spPr/>
    </dgm:pt>
    <dgm:pt modelId="{65CBD5EE-B70B-894A-BD3B-7F9F374F11C8}" type="pres">
      <dgm:prSet presAssocID="{2FFEFD66-94FB-5047-A655-2A89B5097082}" presName="sibTrans" presStyleCnt="0"/>
      <dgm:spPr/>
    </dgm:pt>
    <dgm:pt modelId="{5D1E573F-6ED5-EF4B-9808-E9902395D887}" type="pres">
      <dgm:prSet presAssocID="{A78F5628-6D01-AE42-AB2E-A3C4BFC99129}" presName="node" presStyleLbl="alignAccFollowNode1" presStyleIdx="2" presStyleCnt="9">
        <dgm:presLayoutVars>
          <dgm:bulletEnabled val="1"/>
        </dgm:presLayoutVars>
      </dgm:prSet>
      <dgm:spPr/>
    </dgm:pt>
    <dgm:pt modelId="{D716524D-B3FD-6D4A-9087-EEB5E20A6536}" type="pres">
      <dgm:prSet presAssocID="{9DFC2644-84DA-0249-8177-3BE6A0D2283E}" presName="vSp" presStyleCnt="0"/>
      <dgm:spPr/>
    </dgm:pt>
    <dgm:pt modelId="{E3AA90DB-E846-7548-AFB1-585796139BCA}" type="pres">
      <dgm:prSet presAssocID="{65896048-2F85-1146-8742-D01D781AF359}" presName="horFlow" presStyleCnt="0"/>
      <dgm:spPr/>
    </dgm:pt>
    <dgm:pt modelId="{238A6DD2-6D1E-354E-A78F-0F9CF8F2DCEE}" type="pres">
      <dgm:prSet presAssocID="{65896048-2F85-1146-8742-D01D781AF359}" presName="bigChev" presStyleLbl="node1" presStyleIdx="2" presStyleCnt="5"/>
      <dgm:spPr/>
    </dgm:pt>
    <dgm:pt modelId="{B9EA9AE9-A8F3-A744-B508-B82A8BC9B7E1}" type="pres">
      <dgm:prSet presAssocID="{A5D9EABA-31FA-9744-87D9-862BA29FBF41}" presName="parTrans" presStyleCnt="0"/>
      <dgm:spPr/>
    </dgm:pt>
    <dgm:pt modelId="{0E735CC5-9213-394A-8DBB-F3FD7D841ADA}" type="pres">
      <dgm:prSet presAssocID="{75F0A0E0-B89D-C447-AF63-5C1A7DD9AB48}" presName="node" presStyleLbl="alignAccFollowNode1" presStyleIdx="3" presStyleCnt="9">
        <dgm:presLayoutVars>
          <dgm:bulletEnabled val="1"/>
        </dgm:presLayoutVars>
      </dgm:prSet>
      <dgm:spPr/>
    </dgm:pt>
    <dgm:pt modelId="{307A71FC-4C32-6340-8AC5-E5C49D30856F}" type="pres">
      <dgm:prSet presAssocID="{C78CE66E-96B7-A340-BA62-1A43FE10964C}" presName="sibTrans" presStyleCnt="0"/>
      <dgm:spPr/>
    </dgm:pt>
    <dgm:pt modelId="{5A71FFCC-5195-274E-A851-6DE0214B61AF}" type="pres">
      <dgm:prSet presAssocID="{D8014A9A-1CCD-EF46-8F87-98A2E3A16493}" presName="node" presStyleLbl="alignAccFollowNode1" presStyleIdx="4" presStyleCnt="9">
        <dgm:presLayoutVars>
          <dgm:bulletEnabled val="1"/>
        </dgm:presLayoutVars>
      </dgm:prSet>
      <dgm:spPr/>
    </dgm:pt>
    <dgm:pt modelId="{2C0CE88F-580C-604F-BCD6-1607E622EA5C}" type="pres">
      <dgm:prSet presAssocID="{65896048-2F85-1146-8742-D01D781AF359}" presName="vSp" presStyleCnt="0"/>
      <dgm:spPr/>
    </dgm:pt>
    <dgm:pt modelId="{02C2FA5E-00FA-DD48-A247-D1DF512BA350}" type="pres">
      <dgm:prSet presAssocID="{6EE34724-8799-FC4C-8B64-91A7DF426AE3}" presName="horFlow" presStyleCnt="0"/>
      <dgm:spPr/>
    </dgm:pt>
    <dgm:pt modelId="{12F40203-E4BE-BA4D-BAD9-7FAB09A34568}" type="pres">
      <dgm:prSet presAssocID="{6EE34724-8799-FC4C-8B64-91A7DF426AE3}" presName="bigChev" presStyleLbl="node1" presStyleIdx="3" presStyleCnt="5"/>
      <dgm:spPr/>
    </dgm:pt>
    <dgm:pt modelId="{04A75E90-4BC9-0243-9358-42EA5A250BF9}" type="pres">
      <dgm:prSet presAssocID="{D8B6FC2F-2E13-DA4E-B13F-1C5980D29E81}" presName="parTrans" presStyleCnt="0"/>
      <dgm:spPr/>
    </dgm:pt>
    <dgm:pt modelId="{D186001C-19E3-8046-A4C3-EE67CEDC4A6A}" type="pres">
      <dgm:prSet presAssocID="{F548D241-B905-C843-9D65-7D941C645EFC}" presName="node" presStyleLbl="alignAccFollowNode1" presStyleIdx="5" presStyleCnt="9">
        <dgm:presLayoutVars>
          <dgm:bulletEnabled val="1"/>
        </dgm:presLayoutVars>
      </dgm:prSet>
      <dgm:spPr/>
    </dgm:pt>
    <dgm:pt modelId="{69024B2D-5D0E-9946-AF1D-1ED62D9451C6}" type="pres">
      <dgm:prSet presAssocID="{EE5BDAE3-C6BE-5C4E-90A6-D50C23C59C1F}" presName="sibTrans" presStyleCnt="0"/>
      <dgm:spPr/>
    </dgm:pt>
    <dgm:pt modelId="{6DEBBC21-D8F2-9443-BA57-745150A5DAA0}" type="pres">
      <dgm:prSet presAssocID="{568AE8D2-996D-2D46-8962-A6A002246849}" presName="node" presStyleLbl="alignAccFollowNode1" presStyleIdx="6" presStyleCnt="9">
        <dgm:presLayoutVars>
          <dgm:bulletEnabled val="1"/>
        </dgm:presLayoutVars>
      </dgm:prSet>
      <dgm:spPr/>
    </dgm:pt>
    <dgm:pt modelId="{423E683D-F188-0743-9421-DCBA549B6C84}" type="pres">
      <dgm:prSet presAssocID="{6EE34724-8799-FC4C-8B64-91A7DF426AE3}" presName="vSp" presStyleCnt="0"/>
      <dgm:spPr/>
    </dgm:pt>
    <dgm:pt modelId="{88DB4135-FFB7-7E4D-8E7C-6E3E46AA2EDC}" type="pres">
      <dgm:prSet presAssocID="{9AA18C9E-DF9B-3045-995D-BA8A9601A17C}" presName="horFlow" presStyleCnt="0"/>
      <dgm:spPr/>
    </dgm:pt>
    <dgm:pt modelId="{BAC98813-E6F2-4D4F-A135-5F2EA5FB1334}" type="pres">
      <dgm:prSet presAssocID="{9AA18C9E-DF9B-3045-995D-BA8A9601A17C}" presName="bigChev" presStyleLbl="node1" presStyleIdx="4" presStyleCnt="5"/>
      <dgm:spPr/>
    </dgm:pt>
    <dgm:pt modelId="{57861D2A-1F85-F54A-AA35-77346D03217A}" type="pres">
      <dgm:prSet presAssocID="{28C77CA6-7CFA-1944-A4CF-241ED5A4303D}" presName="parTrans" presStyleCnt="0"/>
      <dgm:spPr/>
    </dgm:pt>
    <dgm:pt modelId="{5E0D6B8D-4A27-6647-9A4B-1E16286C789E}" type="pres">
      <dgm:prSet presAssocID="{4B7EC59E-41CA-6646-B197-34284B69E4E4}" presName="node" presStyleLbl="alignAccFollowNode1" presStyleIdx="7" presStyleCnt="9">
        <dgm:presLayoutVars>
          <dgm:bulletEnabled val="1"/>
        </dgm:presLayoutVars>
      </dgm:prSet>
      <dgm:spPr/>
    </dgm:pt>
    <dgm:pt modelId="{C12B8E81-89C7-CA41-AC8F-7F555A6A6E1E}" type="pres">
      <dgm:prSet presAssocID="{7EBEC49B-1908-E94A-B741-002F48B45032}" presName="sibTrans" presStyleCnt="0"/>
      <dgm:spPr/>
    </dgm:pt>
    <dgm:pt modelId="{4347A3EC-27F2-C948-AF90-2CB5577AFF96}" type="pres">
      <dgm:prSet presAssocID="{49E1F77B-3541-8F48-9E04-CA8B397BA55D}" presName="node" presStyleLbl="alignAccFollowNode1" presStyleIdx="8" presStyleCnt="9">
        <dgm:presLayoutVars>
          <dgm:bulletEnabled val="1"/>
        </dgm:presLayoutVars>
      </dgm:prSet>
      <dgm:spPr/>
    </dgm:pt>
  </dgm:ptLst>
  <dgm:cxnLst>
    <dgm:cxn modelId="{B3444601-99C8-A445-94B2-8FB987136646}" srcId="{4332B800-C8E6-8946-9541-D4F1DD1CFFDA}" destId="{1DE32DD3-EC14-384B-8A96-3DE3679751B0}" srcOrd="0" destOrd="0" parTransId="{6A7827F0-6572-3542-93FE-7784BE001A9B}" sibTransId="{7E8CD0EA-D23E-6E43-9B65-A98B39EEAE07}"/>
    <dgm:cxn modelId="{14223C06-2D26-014B-B2D9-4CC4A41D00F9}" srcId="{65896048-2F85-1146-8742-D01D781AF359}" destId="{D8014A9A-1CCD-EF46-8F87-98A2E3A16493}" srcOrd="1" destOrd="0" parTransId="{B597B84D-60F5-1E42-8A1A-AD28BD54C6C7}" sibTransId="{A20B332C-F438-9A48-81C2-C0298AC648FC}"/>
    <dgm:cxn modelId="{8F5B610C-965A-8648-B1E6-48E2593A5AA2}" type="presOf" srcId="{4332B800-C8E6-8946-9541-D4F1DD1CFFDA}" destId="{0DDD8C4C-E1C2-3341-9426-8A1BCEE885D6}" srcOrd="0" destOrd="0" presId="urn:microsoft.com/office/officeart/2005/8/layout/lProcess3"/>
    <dgm:cxn modelId="{BA0F051D-4930-064C-BDD1-7BCA8E4D130C}" srcId="{9DFC2644-84DA-0249-8177-3BE6A0D2283E}" destId="{A78F5628-6D01-AE42-AB2E-A3C4BFC99129}" srcOrd="1" destOrd="0" parTransId="{A0C55DC5-991D-6746-B478-CBF82B170A11}" sibTransId="{E3F040A9-D520-6F45-8126-AF3657CE5594}"/>
    <dgm:cxn modelId="{B5C50D27-5C17-454E-A2B3-B27E10C44FF1}" type="presOf" srcId="{65896048-2F85-1146-8742-D01D781AF359}" destId="{238A6DD2-6D1E-354E-A78F-0F9CF8F2DCEE}" srcOrd="0" destOrd="0" presId="urn:microsoft.com/office/officeart/2005/8/layout/lProcess3"/>
    <dgm:cxn modelId="{7440FA2B-A0D8-894F-8F11-5D60A0C85F52}" type="presOf" srcId="{A78F5628-6D01-AE42-AB2E-A3C4BFC99129}" destId="{5D1E573F-6ED5-EF4B-9808-E9902395D887}" srcOrd="0" destOrd="0" presId="urn:microsoft.com/office/officeart/2005/8/layout/lProcess3"/>
    <dgm:cxn modelId="{B584CC33-B88F-D742-A371-9036B92F6844}" srcId="{1DE32DD3-EC14-384B-8A96-3DE3679751B0}" destId="{643F5771-AB6F-AA4E-BB9B-987F8A078A86}" srcOrd="0" destOrd="0" parTransId="{E4DC9951-959F-D24F-9CFA-9727DCA7D52A}" sibTransId="{F6E8771C-FDDB-4849-BA3B-A7171B68A123}"/>
    <dgm:cxn modelId="{366B7236-4789-E943-8650-5BFFD78FC7F7}" type="presOf" srcId="{1DE32DD3-EC14-384B-8A96-3DE3679751B0}" destId="{E664A911-E8C9-F445-8FD7-4CD45043FFB7}" srcOrd="0" destOrd="0" presId="urn:microsoft.com/office/officeart/2005/8/layout/lProcess3"/>
    <dgm:cxn modelId="{7B22166B-8A52-724F-B08B-48B38E243FAD}" srcId="{4332B800-C8E6-8946-9541-D4F1DD1CFFDA}" destId="{65896048-2F85-1146-8742-D01D781AF359}" srcOrd="2" destOrd="0" parTransId="{64F557C4-314B-AE45-A578-D40249CE751A}" sibTransId="{8F436965-3745-9442-AACB-1DE4E2C61EE7}"/>
    <dgm:cxn modelId="{50E6886F-7580-464E-9AA7-38DA68D5FA84}" type="presOf" srcId="{49E1F77B-3541-8F48-9E04-CA8B397BA55D}" destId="{4347A3EC-27F2-C948-AF90-2CB5577AFF96}" srcOrd="0" destOrd="0" presId="urn:microsoft.com/office/officeart/2005/8/layout/lProcess3"/>
    <dgm:cxn modelId="{7AA3FD76-5106-1941-9C51-FD8529581BB8}" srcId="{65896048-2F85-1146-8742-D01D781AF359}" destId="{75F0A0E0-B89D-C447-AF63-5C1A7DD9AB48}" srcOrd="0" destOrd="0" parTransId="{A5D9EABA-31FA-9744-87D9-862BA29FBF41}" sibTransId="{C78CE66E-96B7-A340-BA62-1A43FE10964C}"/>
    <dgm:cxn modelId="{F2A67C7A-F878-3148-941A-5420EF271B6E}" srcId="{4332B800-C8E6-8946-9541-D4F1DD1CFFDA}" destId="{9AA18C9E-DF9B-3045-995D-BA8A9601A17C}" srcOrd="4" destOrd="0" parTransId="{EECC0ACE-AB76-9643-874F-9083E149C526}" sibTransId="{D0B0F690-84D3-8145-888E-6E7439F58D24}"/>
    <dgm:cxn modelId="{C3DB558B-DA6A-7745-94C4-E02309710F5F}" type="presOf" srcId="{6EE34724-8799-FC4C-8B64-91A7DF426AE3}" destId="{12F40203-E4BE-BA4D-BAD9-7FAB09A34568}" srcOrd="0" destOrd="0" presId="urn:microsoft.com/office/officeart/2005/8/layout/lProcess3"/>
    <dgm:cxn modelId="{7099309A-0A9E-1443-B63F-8AEFF3CDF6A0}" srcId="{4332B800-C8E6-8946-9541-D4F1DD1CFFDA}" destId="{6EE34724-8799-FC4C-8B64-91A7DF426AE3}" srcOrd="3" destOrd="0" parTransId="{1A523FE7-7BBF-7943-BA96-E5CED0D8D01A}" sibTransId="{724272A3-F0D6-7D43-B6FD-D0D5E7EA3F1A}"/>
    <dgm:cxn modelId="{EED28BA7-D281-9E4D-A180-CBCFBA917789}" type="presOf" srcId="{D8014A9A-1CCD-EF46-8F87-98A2E3A16493}" destId="{5A71FFCC-5195-274E-A851-6DE0214B61AF}" srcOrd="0" destOrd="0" presId="urn:microsoft.com/office/officeart/2005/8/layout/lProcess3"/>
    <dgm:cxn modelId="{1FBF9CAD-B7B4-1E4E-86FE-EC3F502680D5}" type="presOf" srcId="{9AA18C9E-DF9B-3045-995D-BA8A9601A17C}" destId="{BAC98813-E6F2-4D4F-A135-5F2EA5FB1334}" srcOrd="0" destOrd="0" presId="urn:microsoft.com/office/officeart/2005/8/layout/lProcess3"/>
    <dgm:cxn modelId="{D21EAAAF-9B93-A143-B218-4A767392E7F6}" type="presOf" srcId="{F548D241-B905-C843-9D65-7D941C645EFC}" destId="{D186001C-19E3-8046-A4C3-EE67CEDC4A6A}" srcOrd="0" destOrd="0" presId="urn:microsoft.com/office/officeart/2005/8/layout/lProcess3"/>
    <dgm:cxn modelId="{D0C85BC1-2E6C-DE4B-9629-A473D80DE922}" type="presOf" srcId="{643F5771-AB6F-AA4E-BB9B-987F8A078A86}" destId="{4432F386-8DD6-8E4C-A4D6-2EFD7F9F23C6}" srcOrd="0" destOrd="0" presId="urn:microsoft.com/office/officeart/2005/8/layout/lProcess3"/>
    <dgm:cxn modelId="{CBA784C1-BF78-B342-8A48-7057E71B84E5}" srcId="{9AA18C9E-DF9B-3045-995D-BA8A9601A17C}" destId="{4B7EC59E-41CA-6646-B197-34284B69E4E4}" srcOrd="0" destOrd="0" parTransId="{28C77CA6-7CFA-1944-A4CF-241ED5A4303D}" sibTransId="{7EBEC49B-1908-E94A-B741-002F48B45032}"/>
    <dgm:cxn modelId="{75A78CC1-213C-F74F-9466-D054C3BD471E}" type="presOf" srcId="{75F0A0E0-B89D-C447-AF63-5C1A7DD9AB48}" destId="{0E735CC5-9213-394A-8DBB-F3FD7D841ADA}" srcOrd="0" destOrd="0" presId="urn:microsoft.com/office/officeart/2005/8/layout/lProcess3"/>
    <dgm:cxn modelId="{6FC8E2C2-D0DB-3048-BE1C-8A20807EFC95}" srcId="{9DFC2644-84DA-0249-8177-3BE6A0D2283E}" destId="{CC780A34-2956-7543-BC0C-EEFCB53E7925}" srcOrd="0" destOrd="0" parTransId="{72395F5C-479E-BC4C-A2AC-002819F036E6}" sibTransId="{2FFEFD66-94FB-5047-A655-2A89B5097082}"/>
    <dgm:cxn modelId="{2FC2E3C5-2FEC-124C-BB2A-BFA364CDFDBE}" srcId="{6EE34724-8799-FC4C-8B64-91A7DF426AE3}" destId="{F548D241-B905-C843-9D65-7D941C645EFC}" srcOrd="0" destOrd="0" parTransId="{D8B6FC2F-2E13-DA4E-B13F-1C5980D29E81}" sibTransId="{EE5BDAE3-C6BE-5C4E-90A6-D50C23C59C1F}"/>
    <dgm:cxn modelId="{C75484C7-11DE-B440-A594-FDAF069FE7C3}" srcId="{6EE34724-8799-FC4C-8B64-91A7DF426AE3}" destId="{568AE8D2-996D-2D46-8962-A6A002246849}" srcOrd="1" destOrd="0" parTransId="{CB967627-7711-194F-BF21-96E6B9C08AC2}" sibTransId="{AF6EE4DC-A473-9947-9C65-5224A7655E02}"/>
    <dgm:cxn modelId="{3C3CB8CB-0F5A-424E-AB28-3E45EA6F6EE0}" type="presOf" srcId="{CC780A34-2956-7543-BC0C-EEFCB53E7925}" destId="{AD6827F5-EF72-1940-848A-A9C1E124DBA2}" srcOrd="0" destOrd="0" presId="urn:microsoft.com/office/officeart/2005/8/layout/lProcess3"/>
    <dgm:cxn modelId="{541038D1-EB84-F74F-B0EA-E203D5AB3D88}" type="presOf" srcId="{4B7EC59E-41CA-6646-B197-34284B69E4E4}" destId="{5E0D6B8D-4A27-6647-9A4B-1E16286C789E}" srcOrd="0" destOrd="0" presId="urn:microsoft.com/office/officeart/2005/8/layout/lProcess3"/>
    <dgm:cxn modelId="{0F1D69DD-6643-2445-9156-918DA6161C09}" type="presOf" srcId="{9DFC2644-84DA-0249-8177-3BE6A0D2283E}" destId="{777A2FD2-6FF4-E042-82C2-D1DCAB78ABDC}" srcOrd="0" destOrd="0" presId="urn:microsoft.com/office/officeart/2005/8/layout/lProcess3"/>
    <dgm:cxn modelId="{4D5BF5E1-19B7-894C-9ECA-16AED28F06E5}" type="presOf" srcId="{568AE8D2-996D-2D46-8962-A6A002246849}" destId="{6DEBBC21-D8F2-9443-BA57-745150A5DAA0}" srcOrd="0" destOrd="0" presId="urn:microsoft.com/office/officeart/2005/8/layout/lProcess3"/>
    <dgm:cxn modelId="{6EE34CE8-99B2-0247-8EAD-FAB3ADDD8A21}" srcId="{4332B800-C8E6-8946-9541-D4F1DD1CFFDA}" destId="{9DFC2644-84DA-0249-8177-3BE6A0D2283E}" srcOrd="1" destOrd="0" parTransId="{2A2376C0-C5DA-894E-9E26-BB53653D1CA0}" sibTransId="{06E77FF6-13EC-D941-A59F-1A544DBD85FC}"/>
    <dgm:cxn modelId="{544326F6-4CE7-B343-839A-2D0D3DA81387}" srcId="{9AA18C9E-DF9B-3045-995D-BA8A9601A17C}" destId="{49E1F77B-3541-8F48-9E04-CA8B397BA55D}" srcOrd="1" destOrd="0" parTransId="{26E0DDC3-148E-9447-801B-F21911115150}" sibTransId="{7E1D1B95-B60A-AB45-BE0B-9C97E6E1A349}"/>
    <dgm:cxn modelId="{EDDD26BD-A1C0-9B48-A677-CC6FB6D397CE}" type="presParOf" srcId="{0DDD8C4C-E1C2-3341-9426-8A1BCEE885D6}" destId="{C5D605CA-DCB9-F344-8F64-D0AC5AC1FDE3}" srcOrd="0" destOrd="0" presId="urn:microsoft.com/office/officeart/2005/8/layout/lProcess3"/>
    <dgm:cxn modelId="{AD05E648-5DD8-B348-BE6A-988B83EE7BCB}" type="presParOf" srcId="{C5D605CA-DCB9-F344-8F64-D0AC5AC1FDE3}" destId="{E664A911-E8C9-F445-8FD7-4CD45043FFB7}" srcOrd="0" destOrd="0" presId="urn:microsoft.com/office/officeart/2005/8/layout/lProcess3"/>
    <dgm:cxn modelId="{B60EA738-70AD-AA45-A1EA-67F81836BDEC}" type="presParOf" srcId="{C5D605CA-DCB9-F344-8F64-D0AC5AC1FDE3}" destId="{6CF11102-93D9-C446-86E7-A792CF518A8F}" srcOrd="1" destOrd="0" presId="urn:microsoft.com/office/officeart/2005/8/layout/lProcess3"/>
    <dgm:cxn modelId="{3046CC12-D3B6-1249-9A94-26267B51B5C3}" type="presParOf" srcId="{C5D605CA-DCB9-F344-8F64-D0AC5AC1FDE3}" destId="{4432F386-8DD6-8E4C-A4D6-2EFD7F9F23C6}" srcOrd="2" destOrd="0" presId="urn:microsoft.com/office/officeart/2005/8/layout/lProcess3"/>
    <dgm:cxn modelId="{08B47461-2AB7-654F-81B1-F8DC25202728}" type="presParOf" srcId="{0DDD8C4C-E1C2-3341-9426-8A1BCEE885D6}" destId="{87987A4F-B4B1-654A-A4BF-B763DF89DE52}" srcOrd="1" destOrd="0" presId="urn:microsoft.com/office/officeart/2005/8/layout/lProcess3"/>
    <dgm:cxn modelId="{7819F06E-2BC4-9A41-A1E7-DBB146FDEEA6}" type="presParOf" srcId="{0DDD8C4C-E1C2-3341-9426-8A1BCEE885D6}" destId="{CB1201F0-5A7C-B44E-8A9F-B193BFFDA314}" srcOrd="2" destOrd="0" presId="urn:microsoft.com/office/officeart/2005/8/layout/lProcess3"/>
    <dgm:cxn modelId="{D8E64482-10EB-4C49-A4E7-A649A7CD3F2F}" type="presParOf" srcId="{CB1201F0-5A7C-B44E-8A9F-B193BFFDA314}" destId="{777A2FD2-6FF4-E042-82C2-D1DCAB78ABDC}" srcOrd="0" destOrd="0" presId="urn:microsoft.com/office/officeart/2005/8/layout/lProcess3"/>
    <dgm:cxn modelId="{7FE814A5-A604-4C40-A64B-BB08DB70F876}" type="presParOf" srcId="{CB1201F0-5A7C-B44E-8A9F-B193BFFDA314}" destId="{A2266612-69E6-9449-A69B-75DB8DC8FFCB}" srcOrd="1" destOrd="0" presId="urn:microsoft.com/office/officeart/2005/8/layout/lProcess3"/>
    <dgm:cxn modelId="{A1FF3C03-A862-2C4F-9053-25D69EFCA7D2}" type="presParOf" srcId="{CB1201F0-5A7C-B44E-8A9F-B193BFFDA314}" destId="{AD6827F5-EF72-1940-848A-A9C1E124DBA2}" srcOrd="2" destOrd="0" presId="urn:microsoft.com/office/officeart/2005/8/layout/lProcess3"/>
    <dgm:cxn modelId="{0880B171-85D7-B347-A968-D94F6A536AD4}" type="presParOf" srcId="{CB1201F0-5A7C-B44E-8A9F-B193BFFDA314}" destId="{65CBD5EE-B70B-894A-BD3B-7F9F374F11C8}" srcOrd="3" destOrd="0" presId="urn:microsoft.com/office/officeart/2005/8/layout/lProcess3"/>
    <dgm:cxn modelId="{55B815C5-F236-BD46-8756-C355C9CE22F9}" type="presParOf" srcId="{CB1201F0-5A7C-B44E-8A9F-B193BFFDA314}" destId="{5D1E573F-6ED5-EF4B-9808-E9902395D887}" srcOrd="4" destOrd="0" presId="urn:microsoft.com/office/officeart/2005/8/layout/lProcess3"/>
    <dgm:cxn modelId="{3C146BAC-D862-6A48-8BE6-FA6188A965BD}" type="presParOf" srcId="{0DDD8C4C-E1C2-3341-9426-8A1BCEE885D6}" destId="{D716524D-B3FD-6D4A-9087-EEB5E20A6536}" srcOrd="3" destOrd="0" presId="urn:microsoft.com/office/officeart/2005/8/layout/lProcess3"/>
    <dgm:cxn modelId="{2731AE9E-80C1-F24E-BA69-E9B10025A29B}" type="presParOf" srcId="{0DDD8C4C-E1C2-3341-9426-8A1BCEE885D6}" destId="{E3AA90DB-E846-7548-AFB1-585796139BCA}" srcOrd="4" destOrd="0" presId="urn:microsoft.com/office/officeart/2005/8/layout/lProcess3"/>
    <dgm:cxn modelId="{638954D8-DCB6-1B49-B7D4-76F4A6030F35}" type="presParOf" srcId="{E3AA90DB-E846-7548-AFB1-585796139BCA}" destId="{238A6DD2-6D1E-354E-A78F-0F9CF8F2DCEE}" srcOrd="0" destOrd="0" presId="urn:microsoft.com/office/officeart/2005/8/layout/lProcess3"/>
    <dgm:cxn modelId="{AD8D00B2-0C63-DB47-9C80-14D94BED4C86}" type="presParOf" srcId="{E3AA90DB-E846-7548-AFB1-585796139BCA}" destId="{B9EA9AE9-A8F3-A744-B508-B82A8BC9B7E1}" srcOrd="1" destOrd="0" presId="urn:microsoft.com/office/officeart/2005/8/layout/lProcess3"/>
    <dgm:cxn modelId="{53CEEE23-60B1-5C4A-9DB9-80A7368BD9CD}" type="presParOf" srcId="{E3AA90DB-E846-7548-AFB1-585796139BCA}" destId="{0E735CC5-9213-394A-8DBB-F3FD7D841ADA}" srcOrd="2" destOrd="0" presId="urn:microsoft.com/office/officeart/2005/8/layout/lProcess3"/>
    <dgm:cxn modelId="{D6263042-3394-C944-9521-51F09C31A30E}" type="presParOf" srcId="{E3AA90DB-E846-7548-AFB1-585796139BCA}" destId="{307A71FC-4C32-6340-8AC5-E5C49D30856F}" srcOrd="3" destOrd="0" presId="urn:microsoft.com/office/officeart/2005/8/layout/lProcess3"/>
    <dgm:cxn modelId="{68F284F0-7671-C34A-AA32-F7F956146481}" type="presParOf" srcId="{E3AA90DB-E846-7548-AFB1-585796139BCA}" destId="{5A71FFCC-5195-274E-A851-6DE0214B61AF}" srcOrd="4" destOrd="0" presId="urn:microsoft.com/office/officeart/2005/8/layout/lProcess3"/>
    <dgm:cxn modelId="{E7B56A62-C504-BE4A-BAC8-51F566A61D48}" type="presParOf" srcId="{0DDD8C4C-E1C2-3341-9426-8A1BCEE885D6}" destId="{2C0CE88F-580C-604F-BCD6-1607E622EA5C}" srcOrd="5" destOrd="0" presId="urn:microsoft.com/office/officeart/2005/8/layout/lProcess3"/>
    <dgm:cxn modelId="{191F9F16-8FA0-C242-8ECF-9EA8E40632CC}" type="presParOf" srcId="{0DDD8C4C-E1C2-3341-9426-8A1BCEE885D6}" destId="{02C2FA5E-00FA-DD48-A247-D1DF512BA350}" srcOrd="6" destOrd="0" presId="urn:microsoft.com/office/officeart/2005/8/layout/lProcess3"/>
    <dgm:cxn modelId="{1E303A0C-2905-E54E-9B49-BB6849666889}" type="presParOf" srcId="{02C2FA5E-00FA-DD48-A247-D1DF512BA350}" destId="{12F40203-E4BE-BA4D-BAD9-7FAB09A34568}" srcOrd="0" destOrd="0" presId="urn:microsoft.com/office/officeart/2005/8/layout/lProcess3"/>
    <dgm:cxn modelId="{F80BFDE1-5BAE-C143-BFB5-5EADEB01A433}" type="presParOf" srcId="{02C2FA5E-00FA-DD48-A247-D1DF512BA350}" destId="{04A75E90-4BC9-0243-9358-42EA5A250BF9}" srcOrd="1" destOrd="0" presId="urn:microsoft.com/office/officeart/2005/8/layout/lProcess3"/>
    <dgm:cxn modelId="{6D45DFB8-7072-934F-95AD-57CF6EBB876E}" type="presParOf" srcId="{02C2FA5E-00FA-DD48-A247-D1DF512BA350}" destId="{D186001C-19E3-8046-A4C3-EE67CEDC4A6A}" srcOrd="2" destOrd="0" presId="urn:microsoft.com/office/officeart/2005/8/layout/lProcess3"/>
    <dgm:cxn modelId="{48E74F2E-A13D-FF4F-91EB-51B188B55613}" type="presParOf" srcId="{02C2FA5E-00FA-DD48-A247-D1DF512BA350}" destId="{69024B2D-5D0E-9946-AF1D-1ED62D9451C6}" srcOrd="3" destOrd="0" presId="urn:microsoft.com/office/officeart/2005/8/layout/lProcess3"/>
    <dgm:cxn modelId="{915A9719-E72D-3048-B62A-888DB85E80E3}" type="presParOf" srcId="{02C2FA5E-00FA-DD48-A247-D1DF512BA350}" destId="{6DEBBC21-D8F2-9443-BA57-745150A5DAA0}" srcOrd="4" destOrd="0" presId="urn:microsoft.com/office/officeart/2005/8/layout/lProcess3"/>
    <dgm:cxn modelId="{37A7D9B5-EAA1-FF46-A02B-59BDE9C9B777}" type="presParOf" srcId="{0DDD8C4C-E1C2-3341-9426-8A1BCEE885D6}" destId="{423E683D-F188-0743-9421-DCBA549B6C84}" srcOrd="7" destOrd="0" presId="urn:microsoft.com/office/officeart/2005/8/layout/lProcess3"/>
    <dgm:cxn modelId="{6CDAC626-9FEC-FB4A-9C78-E416B8987EC9}" type="presParOf" srcId="{0DDD8C4C-E1C2-3341-9426-8A1BCEE885D6}" destId="{88DB4135-FFB7-7E4D-8E7C-6E3E46AA2EDC}" srcOrd="8" destOrd="0" presId="urn:microsoft.com/office/officeart/2005/8/layout/lProcess3"/>
    <dgm:cxn modelId="{7BB4FB8B-4002-A946-9EAE-B175C086482F}" type="presParOf" srcId="{88DB4135-FFB7-7E4D-8E7C-6E3E46AA2EDC}" destId="{BAC98813-E6F2-4D4F-A135-5F2EA5FB1334}" srcOrd="0" destOrd="0" presId="urn:microsoft.com/office/officeart/2005/8/layout/lProcess3"/>
    <dgm:cxn modelId="{C1310E2E-1998-EB41-80E5-B7ED0335AFE3}" type="presParOf" srcId="{88DB4135-FFB7-7E4D-8E7C-6E3E46AA2EDC}" destId="{57861D2A-1F85-F54A-AA35-77346D03217A}" srcOrd="1" destOrd="0" presId="urn:microsoft.com/office/officeart/2005/8/layout/lProcess3"/>
    <dgm:cxn modelId="{AFB05CCE-0F78-FD4C-A840-B74D30320324}" type="presParOf" srcId="{88DB4135-FFB7-7E4D-8E7C-6E3E46AA2EDC}" destId="{5E0D6B8D-4A27-6647-9A4B-1E16286C789E}" srcOrd="2" destOrd="0" presId="urn:microsoft.com/office/officeart/2005/8/layout/lProcess3"/>
    <dgm:cxn modelId="{ADC10E4D-242B-AC40-B350-6624D36B0600}" type="presParOf" srcId="{88DB4135-FFB7-7E4D-8E7C-6E3E46AA2EDC}" destId="{C12B8E81-89C7-CA41-AC8F-7F555A6A6E1E}" srcOrd="3" destOrd="0" presId="urn:microsoft.com/office/officeart/2005/8/layout/lProcess3"/>
    <dgm:cxn modelId="{6C07CCA8-B285-6941-BF9F-05B4B478035C}" type="presParOf" srcId="{88DB4135-FFB7-7E4D-8E7C-6E3E46AA2EDC}" destId="{4347A3EC-27F2-C948-AF90-2CB5577AFF96}" srcOrd="4" destOrd="0" presId="urn:microsoft.com/office/officeart/2005/8/layout/lProcess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F6811E3-3335-4FA9-8D2C-BA2F0EB0BED2}">
      <dsp:nvSpPr>
        <dsp:cNvPr id="0" name=""/>
        <dsp:cNvSpPr/>
      </dsp:nvSpPr>
      <dsp:spPr>
        <a:xfrm>
          <a:off x="64181" y="3972425"/>
          <a:ext cx="1229031" cy="614515"/>
        </a:xfrm>
        <a:prstGeom prst="roundRect">
          <a:avLst>
            <a:gd name="adj" fmla="val 10000"/>
          </a:avLst>
        </a:prstGeom>
        <a:solidFill>
          <a:schemeClr val="accent2">
            <a:lumMod val="50000"/>
          </a:schemeClr>
        </a:solidFill>
        <a:ln w="19050" cap="flat" cmpd="sng" algn="ctr">
          <a:solidFill>
            <a:schemeClr val="tx1"/>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15" tIns="5715" rIns="5715" bIns="5715" numCol="1" spcCol="1270" anchor="ctr" anchorCtr="0">
          <a:noAutofit/>
        </a:bodyPr>
        <a:lstStyle/>
        <a:p>
          <a:pPr marL="0" lvl="0" indent="0" algn="ctr" defTabSz="400050">
            <a:lnSpc>
              <a:spcPct val="90000"/>
            </a:lnSpc>
            <a:spcBef>
              <a:spcPct val="0"/>
            </a:spcBef>
            <a:spcAft>
              <a:spcPct val="35000"/>
            </a:spcAft>
            <a:buNone/>
          </a:pPr>
          <a:r>
            <a:rPr lang="en-US" sz="900" kern="1200" dirty="0"/>
            <a:t>Person with OUD</a:t>
          </a:r>
        </a:p>
        <a:p>
          <a:pPr marL="0" lvl="0" indent="0" algn="ctr" defTabSz="400050">
            <a:lnSpc>
              <a:spcPct val="90000"/>
            </a:lnSpc>
            <a:spcBef>
              <a:spcPct val="0"/>
            </a:spcBef>
            <a:spcAft>
              <a:spcPct val="35000"/>
            </a:spcAft>
            <a:buNone/>
          </a:pPr>
          <a:r>
            <a:rPr lang="en-US" sz="900" kern="1200" dirty="0"/>
            <a:t>&gt;18yo </a:t>
          </a:r>
        </a:p>
      </dsp:txBody>
      <dsp:txXfrm>
        <a:off x="82180" y="3990424"/>
        <a:ext cx="1193033" cy="578517"/>
      </dsp:txXfrm>
    </dsp:sp>
    <dsp:sp modelId="{B3187DC3-9ABF-480D-A881-B634E1E8DEB3}">
      <dsp:nvSpPr>
        <dsp:cNvPr id="0" name=""/>
        <dsp:cNvSpPr/>
      </dsp:nvSpPr>
      <dsp:spPr>
        <a:xfrm rot="17249065">
          <a:off x="778573" y="3569269"/>
          <a:ext cx="1471338" cy="17468"/>
        </a:xfrm>
        <a:custGeom>
          <a:avLst/>
          <a:gdLst/>
          <a:ahLst/>
          <a:cxnLst/>
          <a:rect l="0" t="0" r="0" b="0"/>
          <a:pathLst>
            <a:path>
              <a:moveTo>
                <a:pt x="0" y="8734"/>
              </a:moveTo>
              <a:lnTo>
                <a:pt x="1471338" y="8734"/>
              </a:lnTo>
            </a:path>
          </a:pathLst>
        </a:custGeom>
        <a:noFill/>
        <a:ln w="1905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1477459" y="3541219"/>
        <a:ext cx="73566" cy="73566"/>
      </dsp:txXfrm>
    </dsp:sp>
    <dsp:sp modelId="{F9F406CE-C358-42D4-8F61-A0F08DE3E4C0}">
      <dsp:nvSpPr>
        <dsp:cNvPr id="0" name=""/>
        <dsp:cNvSpPr/>
      </dsp:nvSpPr>
      <dsp:spPr>
        <a:xfrm>
          <a:off x="1735271" y="2569064"/>
          <a:ext cx="1229031" cy="614515"/>
        </a:xfrm>
        <a:prstGeom prst="roundRect">
          <a:avLst>
            <a:gd name="adj" fmla="val 10000"/>
          </a:avLst>
        </a:prstGeom>
        <a:solidFill>
          <a:schemeClr val="accent6"/>
        </a:solidFill>
        <a:ln w="19050" cap="flat" cmpd="sng" algn="ctr">
          <a:solidFill>
            <a:schemeClr val="accent6"/>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15" tIns="5715" rIns="5715" bIns="5715" numCol="1" spcCol="1270" anchor="ctr" anchorCtr="0">
          <a:noAutofit/>
        </a:bodyPr>
        <a:lstStyle/>
        <a:p>
          <a:pPr marL="0" lvl="0" indent="0" algn="ctr" defTabSz="400050">
            <a:lnSpc>
              <a:spcPct val="90000"/>
            </a:lnSpc>
            <a:spcBef>
              <a:spcPct val="0"/>
            </a:spcBef>
            <a:spcAft>
              <a:spcPct val="35000"/>
            </a:spcAft>
            <a:buNone/>
          </a:pPr>
          <a:r>
            <a:rPr lang="en-US" sz="900" kern="1200" dirty="0"/>
            <a:t>Insured</a:t>
          </a:r>
        </a:p>
      </dsp:txBody>
      <dsp:txXfrm>
        <a:off x="1753270" y="2587063"/>
        <a:ext cx="1193033" cy="578517"/>
      </dsp:txXfrm>
    </dsp:sp>
    <dsp:sp modelId="{E0B40188-6209-4C42-8E38-3776E8AB96D1}">
      <dsp:nvSpPr>
        <dsp:cNvPr id="0" name=""/>
        <dsp:cNvSpPr/>
      </dsp:nvSpPr>
      <dsp:spPr>
        <a:xfrm rot="18126561">
          <a:off x="2751304" y="2482462"/>
          <a:ext cx="909351" cy="17468"/>
        </a:xfrm>
        <a:custGeom>
          <a:avLst/>
          <a:gdLst/>
          <a:ahLst/>
          <a:cxnLst/>
          <a:rect l="0" t="0" r="0" b="0"/>
          <a:pathLst>
            <a:path>
              <a:moveTo>
                <a:pt x="0" y="8734"/>
              </a:moveTo>
              <a:lnTo>
                <a:pt x="909351" y="8734"/>
              </a:lnTo>
            </a:path>
          </a:pathLst>
        </a:custGeom>
        <a:noFill/>
        <a:ln w="1905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183246" y="2468462"/>
        <a:ext cx="45467" cy="45467"/>
      </dsp:txXfrm>
    </dsp:sp>
    <dsp:sp modelId="{593EF8A3-0F94-4D6F-8A51-849A842232FC}">
      <dsp:nvSpPr>
        <dsp:cNvPr id="0" name=""/>
        <dsp:cNvSpPr/>
      </dsp:nvSpPr>
      <dsp:spPr>
        <a:xfrm>
          <a:off x="3447657" y="1798811"/>
          <a:ext cx="1229031" cy="614515"/>
        </a:xfrm>
        <a:prstGeom prst="roundRect">
          <a:avLst>
            <a:gd name="adj" fmla="val 10000"/>
          </a:avLst>
        </a:prstGeom>
        <a:solidFill>
          <a:schemeClr val="accent6"/>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15" tIns="5715" rIns="5715" bIns="5715" numCol="1" spcCol="1270" anchor="ctr" anchorCtr="0">
          <a:noAutofit/>
        </a:bodyPr>
        <a:lstStyle/>
        <a:p>
          <a:pPr marL="0" lvl="0" indent="0" algn="ctr" defTabSz="400050">
            <a:lnSpc>
              <a:spcPct val="90000"/>
            </a:lnSpc>
            <a:spcBef>
              <a:spcPct val="0"/>
            </a:spcBef>
            <a:spcAft>
              <a:spcPct val="35000"/>
            </a:spcAft>
            <a:buNone/>
          </a:pPr>
          <a:r>
            <a:rPr lang="en-US" sz="900" kern="1200" dirty="0"/>
            <a:t>Private </a:t>
          </a:r>
        </a:p>
      </dsp:txBody>
      <dsp:txXfrm>
        <a:off x="3465656" y="1816810"/>
        <a:ext cx="1193033" cy="578517"/>
      </dsp:txXfrm>
    </dsp:sp>
    <dsp:sp modelId="{7A7318A4-77B7-46F3-898E-F496F9FB2633}">
      <dsp:nvSpPr>
        <dsp:cNvPr id="0" name=""/>
        <dsp:cNvSpPr/>
      </dsp:nvSpPr>
      <dsp:spPr>
        <a:xfrm rot="19457599">
          <a:off x="4619784" y="1920662"/>
          <a:ext cx="605423" cy="17468"/>
        </a:xfrm>
        <a:custGeom>
          <a:avLst/>
          <a:gdLst/>
          <a:ahLst/>
          <a:cxnLst/>
          <a:rect l="0" t="0" r="0" b="0"/>
          <a:pathLst>
            <a:path>
              <a:moveTo>
                <a:pt x="0" y="8734"/>
              </a:moveTo>
              <a:lnTo>
                <a:pt x="605423" y="8734"/>
              </a:lnTo>
            </a:path>
          </a:pathLst>
        </a:custGeom>
        <a:noFill/>
        <a:ln w="1905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4907360" y="1914261"/>
        <a:ext cx="30271" cy="30271"/>
      </dsp:txXfrm>
    </dsp:sp>
    <dsp:sp modelId="{0E94648C-B795-4609-B3AE-3F2D963BE479}">
      <dsp:nvSpPr>
        <dsp:cNvPr id="0" name=""/>
        <dsp:cNvSpPr/>
      </dsp:nvSpPr>
      <dsp:spPr>
        <a:xfrm>
          <a:off x="5168302" y="1445465"/>
          <a:ext cx="1229031" cy="614515"/>
        </a:xfrm>
        <a:prstGeom prst="roundRect">
          <a:avLst>
            <a:gd name="adj" fmla="val 10000"/>
          </a:avLst>
        </a:prstGeom>
        <a:solidFill>
          <a:schemeClr val="accent6"/>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15" tIns="5715" rIns="5715" bIns="5715" numCol="1" spcCol="1270" anchor="ctr" anchorCtr="0">
          <a:noAutofit/>
        </a:bodyPr>
        <a:lstStyle/>
        <a:p>
          <a:pPr marL="0" lvl="0" indent="0" algn="ctr" defTabSz="400050">
            <a:lnSpc>
              <a:spcPct val="90000"/>
            </a:lnSpc>
            <a:spcBef>
              <a:spcPct val="0"/>
            </a:spcBef>
            <a:spcAft>
              <a:spcPct val="35000"/>
            </a:spcAft>
            <a:buNone/>
          </a:pPr>
          <a:r>
            <a:rPr lang="en-US" sz="900" kern="1200"/>
            <a:t>MD/DO</a:t>
          </a:r>
          <a:endParaRPr lang="en-US" sz="900" kern="1200" dirty="0"/>
        </a:p>
      </dsp:txBody>
      <dsp:txXfrm>
        <a:off x="5186301" y="1463464"/>
        <a:ext cx="1193033" cy="578517"/>
      </dsp:txXfrm>
    </dsp:sp>
    <dsp:sp modelId="{19C28CAE-1347-4A4E-AAA5-8195DAC4C393}">
      <dsp:nvSpPr>
        <dsp:cNvPr id="0" name=""/>
        <dsp:cNvSpPr/>
      </dsp:nvSpPr>
      <dsp:spPr>
        <a:xfrm>
          <a:off x="6397333" y="1743989"/>
          <a:ext cx="491612" cy="17468"/>
        </a:xfrm>
        <a:custGeom>
          <a:avLst/>
          <a:gdLst/>
          <a:ahLst/>
          <a:cxnLst/>
          <a:rect l="0" t="0" r="0" b="0"/>
          <a:pathLst>
            <a:path>
              <a:moveTo>
                <a:pt x="0" y="8734"/>
              </a:moveTo>
              <a:lnTo>
                <a:pt x="491612" y="8734"/>
              </a:lnTo>
            </a:path>
          </a:pathLst>
        </a:custGeom>
        <a:noFill/>
        <a:ln w="1905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6630850" y="1740432"/>
        <a:ext cx="24580" cy="24580"/>
      </dsp:txXfrm>
    </dsp:sp>
    <dsp:sp modelId="{07D8A845-9187-4279-9397-EE61C6ECFADE}">
      <dsp:nvSpPr>
        <dsp:cNvPr id="0" name=""/>
        <dsp:cNvSpPr/>
      </dsp:nvSpPr>
      <dsp:spPr>
        <a:xfrm>
          <a:off x="6888946" y="1445465"/>
          <a:ext cx="1229031" cy="614515"/>
        </a:xfrm>
        <a:prstGeom prst="roundRect">
          <a:avLst>
            <a:gd name="adj" fmla="val 10000"/>
          </a:avLst>
        </a:prstGeom>
        <a:solidFill>
          <a:schemeClr val="accent6"/>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15" tIns="5715" rIns="5715" bIns="5715" numCol="1" spcCol="1270" anchor="ctr" anchorCtr="0">
          <a:noAutofit/>
        </a:bodyPr>
        <a:lstStyle/>
        <a:p>
          <a:pPr marL="0" lvl="0" indent="0" algn="ctr" defTabSz="400050">
            <a:lnSpc>
              <a:spcPct val="90000"/>
            </a:lnSpc>
            <a:spcBef>
              <a:spcPct val="0"/>
            </a:spcBef>
            <a:spcAft>
              <a:spcPct val="35000"/>
            </a:spcAft>
            <a:buNone/>
          </a:pPr>
          <a:r>
            <a:rPr lang="en-US" sz="900" kern="1200" dirty="0"/>
            <a:t>Can Rx up to 30d</a:t>
          </a:r>
        </a:p>
        <a:p>
          <a:pPr marL="0" lvl="0" indent="0" algn="ctr" defTabSz="400050">
            <a:lnSpc>
              <a:spcPct val="90000"/>
            </a:lnSpc>
            <a:spcBef>
              <a:spcPct val="0"/>
            </a:spcBef>
            <a:spcAft>
              <a:spcPct val="35000"/>
            </a:spcAft>
            <a:buNone/>
          </a:pPr>
          <a:r>
            <a:rPr lang="en-US" sz="900" kern="1200" dirty="0"/>
            <a:t>Max dose 20mg or 24mg with addiction consult</a:t>
          </a:r>
        </a:p>
      </dsp:txBody>
      <dsp:txXfrm>
        <a:off x="6906945" y="1463464"/>
        <a:ext cx="1193033" cy="578517"/>
      </dsp:txXfrm>
    </dsp:sp>
    <dsp:sp modelId="{9576C888-DC79-427F-BF41-8A41B40AD27B}">
      <dsp:nvSpPr>
        <dsp:cNvPr id="0" name=""/>
        <dsp:cNvSpPr/>
      </dsp:nvSpPr>
      <dsp:spPr>
        <a:xfrm rot="2142401">
          <a:off x="4619784" y="2274009"/>
          <a:ext cx="605423" cy="17468"/>
        </a:xfrm>
        <a:custGeom>
          <a:avLst/>
          <a:gdLst/>
          <a:ahLst/>
          <a:cxnLst/>
          <a:rect l="0" t="0" r="0" b="0"/>
          <a:pathLst>
            <a:path>
              <a:moveTo>
                <a:pt x="0" y="8734"/>
              </a:moveTo>
              <a:lnTo>
                <a:pt x="605423" y="8734"/>
              </a:lnTo>
            </a:path>
          </a:pathLst>
        </a:custGeom>
        <a:noFill/>
        <a:ln w="1905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4907360" y="2267607"/>
        <a:ext cx="30271" cy="30271"/>
      </dsp:txXfrm>
    </dsp:sp>
    <dsp:sp modelId="{6884670F-3DA4-4B3C-A147-BCB692E93F8F}">
      <dsp:nvSpPr>
        <dsp:cNvPr id="0" name=""/>
        <dsp:cNvSpPr/>
      </dsp:nvSpPr>
      <dsp:spPr>
        <a:xfrm>
          <a:off x="5168302" y="2152158"/>
          <a:ext cx="1229031" cy="614515"/>
        </a:xfrm>
        <a:prstGeom prst="roundRect">
          <a:avLst>
            <a:gd name="adj" fmla="val 10000"/>
          </a:avLst>
        </a:prstGeom>
        <a:solidFill>
          <a:schemeClr val="accent6"/>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15" tIns="5715" rIns="5715" bIns="5715" numCol="1" spcCol="1270" anchor="ctr" anchorCtr="0">
          <a:noAutofit/>
        </a:bodyPr>
        <a:lstStyle/>
        <a:p>
          <a:pPr marL="0" lvl="0" indent="0" algn="ctr" defTabSz="400050">
            <a:lnSpc>
              <a:spcPct val="90000"/>
            </a:lnSpc>
            <a:spcBef>
              <a:spcPct val="0"/>
            </a:spcBef>
            <a:spcAft>
              <a:spcPct val="35000"/>
            </a:spcAft>
            <a:buNone/>
          </a:pPr>
          <a:r>
            <a:rPr lang="en-US" sz="900" kern="1200" dirty="0"/>
            <a:t>NP/PA</a:t>
          </a:r>
        </a:p>
        <a:p>
          <a:pPr marL="0" lvl="0" indent="0" algn="ctr" defTabSz="400050">
            <a:lnSpc>
              <a:spcPct val="90000"/>
            </a:lnSpc>
            <a:spcBef>
              <a:spcPct val="0"/>
            </a:spcBef>
            <a:spcAft>
              <a:spcPct val="35000"/>
            </a:spcAft>
            <a:buNone/>
          </a:pPr>
          <a:r>
            <a:rPr lang="en-US" sz="900" kern="1200" dirty="0"/>
            <a:t>(must work at FQHC, CMHC, OBOT, or Hospital)</a:t>
          </a:r>
        </a:p>
      </dsp:txBody>
      <dsp:txXfrm>
        <a:off x="5186301" y="2170157"/>
        <a:ext cx="1193033" cy="578517"/>
      </dsp:txXfrm>
    </dsp:sp>
    <dsp:sp modelId="{FE2C72FB-5D00-402C-A68A-FEE19047E55B}">
      <dsp:nvSpPr>
        <dsp:cNvPr id="0" name=""/>
        <dsp:cNvSpPr/>
      </dsp:nvSpPr>
      <dsp:spPr>
        <a:xfrm>
          <a:off x="6397333" y="2450682"/>
          <a:ext cx="491612" cy="17468"/>
        </a:xfrm>
        <a:custGeom>
          <a:avLst/>
          <a:gdLst/>
          <a:ahLst/>
          <a:cxnLst/>
          <a:rect l="0" t="0" r="0" b="0"/>
          <a:pathLst>
            <a:path>
              <a:moveTo>
                <a:pt x="0" y="8734"/>
              </a:moveTo>
              <a:lnTo>
                <a:pt x="491612" y="8734"/>
              </a:lnTo>
            </a:path>
          </a:pathLst>
        </a:custGeom>
        <a:noFill/>
        <a:ln w="1905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6630850" y="2447126"/>
        <a:ext cx="24580" cy="24580"/>
      </dsp:txXfrm>
    </dsp:sp>
    <dsp:sp modelId="{513B4FEE-5CE6-43E7-B7BF-50EA94EDAFD7}">
      <dsp:nvSpPr>
        <dsp:cNvPr id="0" name=""/>
        <dsp:cNvSpPr/>
      </dsp:nvSpPr>
      <dsp:spPr>
        <a:xfrm>
          <a:off x="6888946" y="2152158"/>
          <a:ext cx="1229031" cy="614515"/>
        </a:xfrm>
        <a:prstGeom prst="roundRect">
          <a:avLst>
            <a:gd name="adj" fmla="val 10000"/>
          </a:avLst>
        </a:prstGeom>
        <a:solidFill>
          <a:schemeClr val="accent6"/>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15" tIns="5715" rIns="5715" bIns="5715" numCol="1" spcCol="1270" anchor="ctr" anchorCtr="0">
          <a:noAutofit/>
        </a:bodyPr>
        <a:lstStyle/>
        <a:p>
          <a:pPr marL="0" lvl="0" indent="0" algn="ctr" defTabSz="400050">
            <a:lnSpc>
              <a:spcPct val="90000"/>
            </a:lnSpc>
            <a:spcBef>
              <a:spcPct val="0"/>
            </a:spcBef>
            <a:spcAft>
              <a:spcPct val="35000"/>
            </a:spcAft>
            <a:buNone/>
          </a:pPr>
          <a:r>
            <a:rPr lang="en-US" sz="900" kern="1200" dirty="0"/>
            <a:t>Can Rx up to 30d</a:t>
          </a:r>
        </a:p>
        <a:p>
          <a:pPr marL="0" lvl="0" indent="0" algn="ctr" defTabSz="400050">
            <a:lnSpc>
              <a:spcPct val="90000"/>
            </a:lnSpc>
            <a:spcBef>
              <a:spcPct val="0"/>
            </a:spcBef>
            <a:spcAft>
              <a:spcPct val="35000"/>
            </a:spcAft>
            <a:buNone/>
          </a:pPr>
          <a:r>
            <a:rPr lang="en-US" sz="900" kern="1200" dirty="0"/>
            <a:t>Max dose 16mg</a:t>
          </a:r>
        </a:p>
      </dsp:txBody>
      <dsp:txXfrm>
        <a:off x="6906945" y="2170157"/>
        <a:ext cx="1193033" cy="578517"/>
      </dsp:txXfrm>
    </dsp:sp>
    <dsp:sp modelId="{8ABF3D82-3397-4489-BB25-5194889E780E}">
      <dsp:nvSpPr>
        <dsp:cNvPr id="0" name=""/>
        <dsp:cNvSpPr/>
      </dsp:nvSpPr>
      <dsp:spPr>
        <a:xfrm rot="3568599">
          <a:off x="2730135" y="3277492"/>
          <a:ext cx="951690" cy="17468"/>
        </a:xfrm>
        <a:custGeom>
          <a:avLst/>
          <a:gdLst/>
          <a:ahLst/>
          <a:cxnLst/>
          <a:rect l="0" t="0" r="0" b="0"/>
          <a:pathLst>
            <a:path>
              <a:moveTo>
                <a:pt x="0" y="8734"/>
              </a:moveTo>
              <a:lnTo>
                <a:pt x="951690" y="8734"/>
              </a:lnTo>
            </a:path>
          </a:pathLst>
        </a:custGeom>
        <a:noFill/>
        <a:ln w="1905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182188" y="3262434"/>
        <a:ext cx="47584" cy="47584"/>
      </dsp:txXfrm>
    </dsp:sp>
    <dsp:sp modelId="{0C05D3CA-B76F-4701-A46D-EB1C6EFEC1C9}">
      <dsp:nvSpPr>
        <dsp:cNvPr id="0" name=""/>
        <dsp:cNvSpPr/>
      </dsp:nvSpPr>
      <dsp:spPr>
        <a:xfrm>
          <a:off x="3447657" y="3388872"/>
          <a:ext cx="1229031" cy="614515"/>
        </a:xfrm>
        <a:prstGeom prst="roundRect">
          <a:avLst>
            <a:gd name="adj" fmla="val 10000"/>
          </a:avLst>
        </a:prstGeom>
        <a:solidFill>
          <a:schemeClr val="tx2">
            <a:lumMod val="50000"/>
            <a:lumOff val="5000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15" tIns="5715" rIns="5715" bIns="5715" numCol="1" spcCol="1270" anchor="ctr" anchorCtr="0">
          <a:noAutofit/>
        </a:bodyPr>
        <a:lstStyle/>
        <a:p>
          <a:pPr marL="0" lvl="0" indent="0" algn="ctr" defTabSz="400050">
            <a:lnSpc>
              <a:spcPct val="90000"/>
            </a:lnSpc>
            <a:spcBef>
              <a:spcPct val="0"/>
            </a:spcBef>
            <a:spcAft>
              <a:spcPct val="35000"/>
            </a:spcAft>
            <a:buNone/>
          </a:pPr>
          <a:r>
            <a:rPr lang="en-US" sz="900" kern="1200" dirty="0"/>
            <a:t>TennCare</a:t>
          </a:r>
        </a:p>
      </dsp:txBody>
      <dsp:txXfrm>
        <a:off x="3465656" y="3406871"/>
        <a:ext cx="1193033" cy="578517"/>
      </dsp:txXfrm>
    </dsp:sp>
    <dsp:sp modelId="{F1D324D6-6CA8-4A70-8521-475C6AA38298}">
      <dsp:nvSpPr>
        <dsp:cNvPr id="0" name=""/>
        <dsp:cNvSpPr/>
      </dsp:nvSpPr>
      <dsp:spPr>
        <a:xfrm rot="18770822">
          <a:off x="4561038" y="3422385"/>
          <a:ext cx="722913" cy="17468"/>
        </a:xfrm>
        <a:custGeom>
          <a:avLst/>
          <a:gdLst/>
          <a:ahLst/>
          <a:cxnLst/>
          <a:rect l="0" t="0" r="0" b="0"/>
          <a:pathLst>
            <a:path>
              <a:moveTo>
                <a:pt x="0" y="8734"/>
              </a:moveTo>
              <a:lnTo>
                <a:pt x="722913" y="8734"/>
              </a:lnTo>
            </a:path>
          </a:pathLst>
        </a:custGeom>
        <a:noFill/>
        <a:ln w="1905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4904422" y="3413047"/>
        <a:ext cx="36145" cy="36145"/>
      </dsp:txXfrm>
    </dsp:sp>
    <dsp:sp modelId="{936E6CB8-9CC8-4979-8C33-AC19CB714A9A}">
      <dsp:nvSpPr>
        <dsp:cNvPr id="0" name=""/>
        <dsp:cNvSpPr/>
      </dsp:nvSpPr>
      <dsp:spPr>
        <a:xfrm>
          <a:off x="5168302" y="2858852"/>
          <a:ext cx="1229031" cy="614515"/>
        </a:xfrm>
        <a:prstGeom prst="roundRect">
          <a:avLst>
            <a:gd name="adj" fmla="val 10000"/>
          </a:avLst>
        </a:prstGeom>
        <a:solidFill>
          <a:schemeClr val="bg1">
            <a:lumMod val="5000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15" tIns="5715" rIns="5715" bIns="5715" numCol="1" spcCol="1270" anchor="ctr" anchorCtr="0">
          <a:noAutofit/>
        </a:bodyPr>
        <a:lstStyle/>
        <a:p>
          <a:pPr marL="0" lvl="0" indent="0" algn="ctr" defTabSz="400050">
            <a:lnSpc>
              <a:spcPct val="90000"/>
            </a:lnSpc>
            <a:spcBef>
              <a:spcPct val="0"/>
            </a:spcBef>
            <a:spcAft>
              <a:spcPct val="35000"/>
            </a:spcAft>
            <a:buNone/>
          </a:pPr>
          <a:r>
            <a:rPr lang="en-US" sz="900" kern="1200" dirty="0"/>
            <a:t>Non-BESMART Provider</a:t>
          </a:r>
        </a:p>
      </dsp:txBody>
      <dsp:txXfrm>
        <a:off x="5186301" y="2876851"/>
        <a:ext cx="1193033" cy="578517"/>
      </dsp:txXfrm>
    </dsp:sp>
    <dsp:sp modelId="{F3CCB4A5-C936-4EC9-A460-CC132BBC600D}">
      <dsp:nvSpPr>
        <dsp:cNvPr id="0" name=""/>
        <dsp:cNvSpPr/>
      </dsp:nvSpPr>
      <dsp:spPr>
        <a:xfrm>
          <a:off x="6397333" y="3157375"/>
          <a:ext cx="491612" cy="17468"/>
        </a:xfrm>
        <a:custGeom>
          <a:avLst/>
          <a:gdLst/>
          <a:ahLst/>
          <a:cxnLst/>
          <a:rect l="0" t="0" r="0" b="0"/>
          <a:pathLst>
            <a:path>
              <a:moveTo>
                <a:pt x="0" y="8734"/>
              </a:moveTo>
              <a:lnTo>
                <a:pt x="491612" y="8734"/>
              </a:lnTo>
            </a:path>
          </a:pathLst>
        </a:custGeom>
        <a:noFill/>
        <a:ln w="1905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6630850" y="3153819"/>
        <a:ext cx="24580" cy="24580"/>
      </dsp:txXfrm>
    </dsp:sp>
    <dsp:sp modelId="{49132279-F20E-42DC-88D2-9A8D91AED191}">
      <dsp:nvSpPr>
        <dsp:cNvPr id="0" name=""/>
        <dsp:cNvSpPr/>
      </dsp:nvSpPr>
      <dsp:spPr>
        <a:xfrm>
          <a:off x="6888946" y="2858852"/>
          <a:ext cx="1229031" cy="614515"/>
        </a:xfrm>
        <a:prstGeom prst="roundRect">
          <a:avLst>
            <a:gd name="adj" fmla="val 10000"/>
          </a:avLst>
        </a:prstGeom>
        <a:solidFill>
          <a:schemeClr val="bg1">
            <a:lumMod val="5000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15" tIns="5715" rIns="5715" bIns="5715" numCol="1" spcCol="1270" anchor="ctr" anchorCtr="0">
          <a:noAutofit/>
        </a:bodyPr>
        <a:lstStyle/>
        <a:p>
          <a:pPr marL="0" lvl="0" indent="0" algn="ctr" defTabSz="400050">
            <a:lnSpc>
              <a:spcPct val="90000"/>
            </a:lnSpc>
            <a:spcBef>
              <a:spcPct val="0"/>
            </a:spcBef>
            <a:spcAft>
              <a:spcPct val="35000"/>
            </a:spcAft>
            <a:buNone/>
          </a:pPr>
          <a:r>
            <a:rPr lang="en-US" sz="900" kern="1200" dirty="0"/>
            <a:t>Prior Authorization Required</a:t>
          </a:r>
        </a:p>
      </dsp:txBody>
      <dsp:txXfrm>
        <a:off x="6906945" y="2876851"/>
        <a:ext cx="1193033" cy="578517"/>
      </dsp:txXfrm>
    </dsp:sp>
    <dsp:sp modelId="{52875841-0556-42D1-9560-F164B9DCFABA}">
      <dsp:nvSpPr>
        <dsp:cNvPr id="0" name=""/>
        <dsp:cNvSpPr/>
      </dsp:nvSpPr>
      <dsp:spPr>
        <a:xfrm>
          <a:off x="8117978" y="3157375"/>
          <a:ext cx="491612" cy="17468"/>
        </a:xfrm>
        <a:custGeom>
          <a:avLst/>
          <a:gdLst/>
          <a:ahLst/>
          <a:cxnLst/>
          <a:rect l="0" t="0" r="0" b="0"/>
          <a:pathLst>
            <a:path>
              <a:moveTo>
                <a:pt x="0" y="8734"/>
              </a:moveTo>
              <a:lnTo>
                <a:pt x="491612" y="8734"/>
              </a:lnTo>
            </a:path>
          </a:pathLst>
        </a:custGeom>
        <a:noFill/>
        <a:ln w="1905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8351494" y="3153819"/>
        <a:ext cx="24580" cy="24580"/>
      </dsp:txXfrm>
    </dsp:sp>
    <dsp:sp modelId="{0ACA3F0E-98DB-483C-9996-77681279D7AA}">
      <dsp:nvSpPr>
        <dsp:cNvPr id="0" name=""/>
        <dsp:cNvSpPr/>
      </dsp:nvSpPr>
      <dsp:spPr>
        <a:xfrm>
          <a:off x="8609591" y="2858852"/>
          <a:ext cx="1229031" cy="614515"/>
        </a:xfrm>
        <a:prstGeom prst="roundRect">
          <a:avLst>
            <a:gd name="adj" fmla="val 10000"/>
          </a:avLst>
        </a:prstGeom>
        <a:solidFill>
          <a:schemeClr val="bg1">
            <a:lumMod val="5000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15" tIns="5715" rIns="5715" bIns="5715" numCol="1" spcCol="1270" anchor="ctr" anchorCtr="0">
          <a:noAutofit/>
        </a:bodyPr>
        <a:lstStyle/>
        <a:p>
          <a:pPr marL="0" lvl="0" indent="0" algn="ctr" defTabSz="400050">
            <a:lnSpc>
              <a:spcPct val="90000"/>
            </a:lnSpc>
            <a:spcBef>
              <a:spcPct val="0"/>
            </a:spcBef>
            <a:spcAft>
              <a:spcPct val="35000"/>
            </a:spcAft>
            <a:buNone/>
          </a:pPr>
          <a:r>
            <a:rPr lang="en-US" sz="900" kern="1200"/>
            <a:t>Limit to 16mg</a:t>
          </a:r>
          <a:endParaRPr lang="en-US" sz="900" kern="1200" dirty="0"/>
        </a:p>
      </dsp:txBody>
      <dsp:txXfrm>
        <a:off x="8627590" y="2876851"/>
        <a:ext cx="1193033" cy="578517"/>
      </dsp:txXfrm>
    </dsp:sp>
    <dsp:sp modelId="{68071844-E30D-448E-8BBD-858A588984C5}">
      <dsp:nvSpPr>
        <dsp:cNvPr id="0" name=""/>
        <dsp:cNvSpPr/>
      </dsp:nvSpPr>
      <dsp:spPr>
        <a:xfrm rot="2829178">
          <a:off x="4561038" y="3952405"/>
          <a:ext cx="722913" cy="17468"/>
        </a:xfrm>
        <a:custGeom>
          <a:avLst/>
          <a:gdLst/>
          <a:ahLst/>
          <a:cxnLst/>
          <a:rect l="0" t="0" r="0" b="0"/>
          <a:pathLst>
            <a:path>
              <a:moveTo>
                <a:pt x="0" y="8734"/>
              </a:moveTo>
              <a:lnTo>
                <a:pt x="722913" y="8734"/>
              </a:lnTo>
            </a:path>
          </a:pathLst>
        </a:custGeom>
        <a:noFill/>
        <a:ln w="1905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4904422" y="3943067"/>
        <a:ext cx="36145" cy="36145"/>
      </dsp:txXfrm>
    </dsp:sp>
    <dsp:sp modelId="{7C74654D-FE7B-484F-BD3E-2C6C1C17CCF8}">
      <dsp:nvSpPr>
        <dsp:cNvPr id="0" name=""/>
        <dsp:cNvSpPr/>
      </dsp:nvSpPr>
      <dsp:spPr>
        <a:xfrm>
          <a:off x="5168302" y="3918892"/>
          <a:ext cx="1229031" cy="614515"/>
        </a:xfrm>
        <a:prstGeom prst="roundRect">
          <a:avLst>
            <a:gd name="adj" fmla="val 10000"/>
          </a:avLst>
        </a:prstGeom>
        <a:solidFill>
          <a:schemeClr val="tx2">
            <a:lumMod val="50000"/>
            <a:lumOff val="5000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15" tIns="5715" rIns="5715" bIns="5715" numCol="1" spcCol="1270" anchor="ctr" anchorCtr="0">
          <a:noAutofit/>
        </a:bodyPr>
        <a:lstStyle/>
        <a:p>
          <a:pPr marL="0" lvl="0" indent="0" algn="ctr" defTabSz="400050">
            <a:lnSpc>
              <a:spcPct val="90000"/>
            </a:lnSpc>
            <a:spcBef>
              <a:spcPct val="0"/>
            </a:spcBef>
            <a:spcAft>
              <a:spcPct val="35000"/>
            </a:spcAft>
            <a:buNone/>
          </a:pPr>
          <a:r>
            <a:rPr lang="en-US" sz="900" kern="1200" dirty="0"/>
            <a:t>BESMART Enrolled Prescriber</a:t>
          </a:r>
        </a:p>
      </dsp:txBody>
      <dsp:txXfrm>
        <a:off x="5186301" y="3936891"/>
        <a:ext cx="1193033" cy="578517"/>
      </dsp:txXfrm>
    </dsp:sp>
    <dsp:sp modelId="{E8F0F10D-3291-4F5A-ADF3-007593BB0479}">
      <dsp:nvSpPr>
        <dsp:cNvPr id="0" name=""/>
        <dsp:cNvSpPr/>
      </dsp:nvSpPr>
      <dsp:spPr>
        <a:xfrm>
          <a:off x="6397333" y="4217415"/>
          <a:ext cx="491612" cy="17468"/>
        </a:xfrm>
        <a:custGeom>
          <a:avLst/>
          <a:gdLst/>
          <a:ahLst/>
          <a:cxnLst/>
          <a:rect l="0" t="0" r="0" b="0"/>
          <a:pathLst>
            <a:path>
              <a:moveTo>
                <a:pt x="0" y="8734"/>
              </a:moveTo>
              <a:lnTo>
                <a:pt x="491612" y="8734"/>
              </a:lnTo>
            </a:path>
          </a:pathLst>
        </a:custGeom>
        <a:noFill/>
        <a:ln w="1905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6630850" y="4213859"/>
        <a:ext cx="24580" cy="24580"/>
      </dsp:txXfrm>
    </dsp:sp>
    <dsp:sp modelId="{BC4D56CF-8C0A-4622-8CE2-E03BBA935A1F}">
      <dsp:nvSpPr>
        <dsp:cNvPr id="0" name=""/>
        <dsp:cNvSpPr/>
      </dsp:nvSpPr>
      <dsp:spPr>
        <a:xfrm>
          <a:off x="6888946" y="3918892"/>
          <a:ext cx="1229031" cy="614515"/>
        </a:xfrm>
        <a:prstGeom prst="roundRect">
          <a:avLst>
            <a:gd name="adj" fmla="val 10000"/>
          </a:avLst>
        </a:prstGeom>
        <a:solidFill>
          <a:schemeClr val="tx2">
            <a:lumMod val="50000"/>
            <a:lumOff val="50000"/>
          </a:schemeClr>
        </a:solidFill>
        <a:ln w="57150" cap="flat" cmpd="sng" algn="ctr">
          <a:solidFill>
            <a:srgbClr val="FF0000"/>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15" tIns="5715" rIns="5715" bIns="5715" numCol="1" spcCol="1270" anchor="ctr" anchorCtr="0">
          <a:noAutofit/>
        </a:bodyPr>
        <a:lstStyle/>
        <a:p>
          <a:pPr marL="0" lvl="0" indent="0" algn="ctr" defTabSz="400050">
            <a:lnSpc>
              <a:spcPct val="90000"/>
            </a:lnSpc>
            <a:spcBef>
              <a:spcPct val="0"/>
            </a:spcBef>
            <a:spcAft>
              <a:spcPct val="35000"/>
            </a:spcAft>
            <a:buNone/>
          </a:pPr>
          <a:r>
            <a:rPr lang="en-US" sz="900" kern="1200" dirty="0"/>
            <a:t>No Prior Authorization Required</a:t>
          </a:r>
        </a:p>
      </dsp:txBody>
      <dsp:txXfrm>
        <a:off x="6906945" y="3936891"/>
        <a:ext cx="1193033" cy="578517"/>
      </dsp:txXfrm>
    </dsp:sp>
    <dsp:sp modelId="{A3E4824B-BEDE-4101-B1CF-7F70EE9D9877}">
      <dsp:nvSpPr>
        <dsp:cNvPr id="0" name=""/>
        <dsp:cNvSpPr/>
      </dsp:nvSpPr>
      <dsp:spPr>
        <a:xfrm rot="19457599">
          <a:off x="8061073" y="4040742"/>
          <a:ext cx="605423" cy="17468"/>
        </a:xfrm>
        <a:custGeom>
          <a:avLst/>
          <a:gdLst/>
          <a:ahLst/>
          <a:cxnLst/>
          <a:rect l="0" t="0" r="0" b="0"/>
          <a:pathLst>
            <a:path>
              <a:moveTo>
                <a:pt x="0" y="8734"/>
              </a:moveTo>
              <a:lnTo>
                <a:pt x="605423" y="8734"/>
              </a:lnTo>
            </a:path>
          </a:pathLst>
        </a:custGeom>
        <a:noFill/>
        <a:ln w="1905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8348649" y="4034341"/>
        <a:ext cx="30271" cy="30271"/>
      </dsp:txXfrm>
    </dsp:sp>
    <dsp:sp modelId="{8CF22497-33C5-4B2B-A9DE-0CA5E73A37B9}">
      <dsp:nvSpPr>
        <dsp:cNvPr id="0" name=""/>
        <dsp:cNvSpPr/>
      </dsp:nvSpPr>
      <dsp:spPr>
        <a:xfrm>
          <a:off x="8609591" y="3565545"/>
          <a:ext cx="1229031" cy="614515"/>
        </a:xfrm>
        <a:prstGeom prst="roundRect">
          <a:avLst>
            <a:gd name="adj" fmla="val 10000"/>
          </a:avLst>
        </a:prstGeom>
        <a:solidFill>
          <a:schemeClr val="tx2">
            <a:lumMod val="50000"/>
            <a:lumOff val="5000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15" tIns="5715" rIns="5715" bIns="5715" numCol="1" spcCol="1270" anchor="ctr" anchorCtr="0">
          <a:noAutofit/>
        </a:bodyPr>
        <a:lstStyle/>
        <a:p>
          <a:pPr marL="0" lvl="0" indent="0" algn="ctr" defTabSz="400050">
            <a:lnSpc>
              <a:spcPct val="90000"/>
            </a:lnSpc>
            <a:spcBef>
              <a:spcPct val="0"/>
            </a:spcBef>
            <a:spcAft>
              <a:spcPct val="35000"/>
            </a:spcAft>
            <a:buNone/>
          </a:pPr>
          <a:r>
            <a:rPr lang="en-US" sz="900" kern="1200" dirty="0"/>
            <a:t>MD/DO</a:t>
          </a:r>
        </a:p>
      </dsp:txBody>
      <dsp:txXfrm>
        <a:off x="8627590" y="3583544"/>
        <a:ext cx="1193033" cy="578517"/>
      </dsp:txXfrm>
    </dsp:sp>
    <dsp:sp modelId="{887CED89-87E4-4BF6-BBDE-92F6331E4E55}">
      <dsp:nvSpPr>
        <dsp:cNvPr id="0" name=""/>
        <dsp:cNvSpPr/>
      </dsp:nvSpPr>
      <dsp:spPr>
        <a:xfrm>
          <a:off x="9838623" y="3864069"/>
          <a:ext cx="491612" cy="17468"/>
        </a:xfrm>
        <a:custGeom>
          <a:avLst/>
          <a:gdLst/>
          <a:ahLst/>
          <a:cxnLst/>
          <a:rect l="0" t="0" r="0" b="0"/>
          <a:pathLst>
            <a:path>
              <a:moveTo>
                <a:pt x="0" y="8734"/>
              </a:moveTo>
              <a:lnTo>
                <a:pt x="491612" y="8734"/>
              </a:lnTo>
            </a:path>
          </a:pathLst>
        </a:custGeom>
        <a:noFill/>
        <a:ln w="1905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10072139" y="3860513"/>
        <a:ext cx="24580" cy="24580"/>
      </dsp:txXfrm>
    </dsp:sp>
    <dsp:sp modelId="{9AF64D39-C3CD-4E09-A69F-5108B6BA247A}">
      <dsp:nvSpPr>
        <dsp:cNvPr id="0" name=""/>
        <dsp:cNvSpPr/>
      </dsp:nvSpPr>
      <dsp:spPr>
        <a:xfrm>
          <a:off x="10330236" y="3565545"/>
          <a:ext cx="1229031" cy="614515"/>
        </a:xfrm>
        <a:prstGeom prst="roundRect">
          <a:avLst>
            <a:gd name="adj" fmla="val 10000"/>
          </a:avLst>
        </a:prstGeom>
        <a:solidFill>
          <a:schemeClr val="tx2">
            <a:lumMod val="50000"/>
            <a:lumOff val="5000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15" tIns="5715" rIns="5715" bIns="5715" numCol="1" spcCol="1270" anchor="ctr" anchorCtr="0">
          <a:noAutofit/>
        </a:bodyPr>
        <a:lstStyle/>
        <a:p>
          <a:pPr marL="0" lvl="0" indent="0" algn="ctr" defTabSz="400050">
            <a:lnSpc>
              <a:spcPct val="90000"/>
            </a:lnSpc>
            <a:spcBef>
              <a:spcPct val="0"/>
            </a:spcBef>
            <a:spcAft>
              <a:spcPct val="35000"/>
            </a:spcAft>
            <a:buNone/>
          </a:pPr>
          <a:r>
            <a:rPr lang="en-US" sz="900" kern="1200" dirty="0"/>
            <a:t>Can Rx up to 30d</a:t>
          </a:r>
        </a:p>
        <a:p>
          <a:pPr marL="0" lvl="0" indent="0" algn="ctr" defTabSz="400050">
            <a:lnSpc>
              <a:spcPct val="90000"/>
            </a:lnSpc>
            <a:spcBef>
              <a:spcPct val="0"/>
            </a:spcBef>
            <a:spcAft>
              <a:spcPct val="35000"/>
            </a:spcAft>
            <a:buNone/>
          </a:pPr>
          <a:r>
            <a:rPr lang="en-US" sz="900" kern="1200" dirty="0"/>
            <a:t>Max dose 20mg or 24mg with addiction consult</a:t>
          </a:r>
        </a:p>
      </dsp:txBody>
      <dsp:txXfrm>
        <a:off x="10348235" y="3583544"/>
        <a:ext cx="1193033" cy="578517"/>
      </dsp:txXfrm>
    </dsp:sp>
    <dsp:sp modelId="{25209357-8DC4-4BEF-BB20-67CE57C72B38}">
      <dsp:nvSpPr>
        <dsp:cNvPr id="0" name=""/>
        <dsp:cNvSpPr/>
      </dsp:nvSpPr>
      <dsp:spPr>
        <a:xfrm rot="2142401">
          <a:off x="8061073" y="4394089"/>
          <a:ext cx="605423" cy="17468"/>
        </a:xfrm>
        <a:custGeom>
          <a:avLst/>
          <a:gdLst/>
          <a:ahLst/>
          <a:cxnLst/>
          <a:rect l="0" t="0" r="0" b="0"/>
          <a:pathLst>
            <a:path>
              <a:moveTo>
                <a:pt x="0" y="8734"/>
              </a:moveTo>
              <a:lnTo>
                <a:pt x="605423" y="8734"/>
              </a:lnTo>
            </a:path>
          </a:pathLst>
        </a:custGeom>
        <a:noFill/>
        <a:ln w="1905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8348649" y="4387687"/>
        <a:ext cx="30271" cy="30271"/>
      </dsp:txXfrm>
    </dsp:sp>
    <dsp:sp modelId="{3598F4B8-4B09-4FED-A019-9289304E69EB}">
      <dsp:nvSpPr>
        <dsp:cNvPr id="0" name=""/>
        <dsp:cNvSpPr/>
      </dsp:nvSpPr>
      <dsp:spPr>
        <a:xfrm>
          <a:off x="8609591" y="4272238"/>
          <a:ext cx="1229031" cy="614515"/>
        </a:xfrm>
        <a:prstGeom prst="roundRect">
          <a:avLst>
            <a:gd name="adj" fmla="val 10000"/>
          </a:avLst>
        </a:prstGeom>
        <a:solidFill>
          <a:schemeClr val="tx2">
            <a:lumMod val="50000"/>
            <a:lumOff val="5000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15" tIns="5715" rIns="5715" bIns="5715" numCol="1" spcCol="1270" anchor="ctr" anchorCtr="0">
          <a:noAutofit/>
        </a:bodyPr>
        <a:lstStyle/>
        <a:p>
          <a:pPr marL="0" lvl="0" indent="0" algn="ctr" defTabSz="400050">
            <a:lnSpc>
              <a:spcPct val="90000"/>
            </a:lnSpc>
            <a:spcBef>
              <a:spcPct val="0"/>
            </a:spcBef>
            <a:spcAft>
              <a:spcPct val="35000"/>
            </a:spcAft>
            <a:buNone/>
          </a:pPr>
          <a:r>
            <a:rPr lang="en-US" sz="900" kern="1200" dirty="0"/>
            <a:t>NP/PA </a:t>
          </a:r>
        </a:p>
        <a:p>
          <a:pPr marL="0" lvl="0" indent="0" algn="ctr" defTabSz="400050">
            <a:lnSpc>
              <a:spcPct val="90000"/>
            </a:lnSpc>
            <a:spcBef>
              <a:spcPct val="0"/>
            </a:spcBef>
            <a:spcAft>
              <a:spcPct val="35000"/>
            </a:spcAft>
            <a:buNone/>
          </a:pPr>
          <a:r>
            <a:rPr lang="en-US" sz="900" kern="1200" dirty="0"/>
            <a:t>(must work at FQHC, CMHC, OBOT, or Hospital)</a:t>
          </a:r>
        </a:p>
      </dsp:txBody>
      <dsp:txXfrm>
        <a:off x="8627590" y="4290237"/>
        <a:ext cx="1193033" cy="578517"/>
      </dsp:txXfrm>
    </dsp:sp>
    <dsp:sp modelId="{50CC824E-0166-4CD7-9FE5-744825084D3F}">
      <dsp:nvSpPr>
        <dsp:cNvPr id="0" name=""/>
        <dsp:cNvSpPr/>
      </dsp:nvSpPr>
      <dsp:spPr>
        <a:xfrm>
          <a:off x="9838623" y="4570762"/>
          <a:ext cx="491612" cy="17468"/>
        </a:xfrm>
        <a:custGeom>
          <a:avLst/>
          <a:gdLst/>
          <a:ahLst/>
          <a:cxnLst/>
          <a:rect l="0" t="0" r="0" b="0"/>
          <a:pathLst>
            <a:path>
              <a:moveTo>
                <a:pt x="0" y="8734"/>
              </a:moveTo>
              <a:lnTo>
                <a:pt x="491612" y="8734"/>
              </a:lnTo>
            </a:path>
          </a:pathLst>
        </a:custGeom>
        <a:noFill/>
        <a:ln w="1905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10072139" y="4567206"/>
        <a:ext cx="24580" cy="24580"/>
      </dsp:txXfrm>
    </dsp:sp>
    <dsp:sp modelId="{B9F5E552-9AD4-4A8E-8409-2D58524DD426}">
      <dsp:nvSpPr>
        <dsp:cNvPr id="0" name=""/>
        <dsp:cNvSpPr/>
      </dsp:nvSpPr>
      <dsp:spPr>
        <a:xfrm>
          <a:off x="10330236" y="4272238"/>
          <a:ext cx="1229031" cy="614515"/>
        </a:xfrm>
        <a:prstGeom prst="roundRect">
          <a:avLst>
            <a:gd name="adj" fmla="val 10000"/>
          </a:avLst>
        </a:prstGeom>
        <a:solidFill>
          <a:schemeClr val="tx2">
            <a:lumMod val="50000"/>
            <a:lumOff val="5000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15" tIns="5715" rIns="5715" bIns="5715" numCol="1" spcCol="1270" anchor="ctr" anchorCtr="0">
          <a:noAutofit/>
        </a:bodyPr>
        <a:lstStyle/>
        <a:p>
          <a:pPr marL="0" lvl="0" indent="0" algn="ctr" defTabSz="400050">
            <a:lnSpc>
              <a:spcPct val="90000"/>
            </a:lnSpc>
            <a:spcBef>
              <a:spcPct val="0"/>
            </a:spcBef>
            <a:spcAft>
              <a:spcPct val="35000"/>
            </a:spcAft>
            <a:buNone/>
          </a:pPr>
          <a:r>
            <a:rPr lang="en-US" sz="900" kern="1200" dirty="0"/>
            <a:t>Can Rx up to 30d</a:t>
          </a:r>
        </a:p>
        <a:p>
          <a:pPr marL="0" lvl="0" indent="0" algn="ctr" defTabSz="400050">
            <a:lnSpc>
              <a:spcPct val="90000"/>
            </a:lnSpc>
            <a:spcBef>
              <a:spcPct val="0"/>
            </a:spcBef>
            <a:spcAft>
              <a:spcPct val="35000"/>
            </a:spcAft>
            <a:buNone/>
          </a:pPr>
          <a:r>
            <a:rPr lang="en-US" sz="900" kern="1200" dirty="0"/>
            <a:t>Max dose 16mg</a:t>
          </a:r>
        </a:p>
      </dsp:txBody>
      <dsp:txXfrm>
        <a:off x="10348235" y="4290237"/>
        <a:ext cx="1193033" cy="578517"/>
      </dsp:txXfrm>
    </dsp:sp>
    <dsp:sp modelId="{D99C7239-B1BC-4DD1-BEE4-C1419F17E521}">
      <dsp:nvSpPr>
        <dsp:cNvPr id="0" name=""/>
        <dsp:cNvSpPr/>
      </dsp:nvSpPr>
      <dsp:spPr>
        <a:xfrm rot="4245432">
          <a:off x="761870" y="5019213"/>
          <a:ext cx="1585085" cy="17468"/>
        </a:xfrm>
        <a:custGeom>
          <a:avLst/>
          <a:gdLst/>
          <a:ahLst/>
          <a:cxnLst/>
          <a:rect l="0" t="0" r="0" b="0"/>
          <a:pathLst>
            <a:path>
              <a:moveTo>
                <a:pt x="0" y="8734"/>
              </a:moveTo>
              <a:lnTo>
                <a:pt x="1585085" y="8734"/>
              </a:lnTo>
            </a:path>
          </a:pathLst>
        </a:custGeom>
        <a:noFill/>
        <a:ln w="1905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1514786" y="4988320"/>
        <a:ext cx="79254" cy="79254"/>
      </dsp:txXfrm>
    </dsp:sp>
    <dsp:sp modelId="{4C84E876-D9DE-4702-BC52-953C0B487E35}">
      <dsp:nvSpPr>
        <dsp:cNvPr id="0" name=""/>
        <dsp:cNvSpPr/>
      </dsp:nvSpPr>
      <dsp:spPr>
        <a:xfrm>
          <a:off x="1815613" y="5468953"/>
          <a:ext cx="1229031" cy="614515"/>
        </a:xfrm>
        <a:prstGeom prst="roundRect">
          <a:avLst>
            <a:gd name="adj" fmla="val 10000"/>
          </a:avLst>
        </a:prstGeom>
        <a:solidFill>
          <a:schemeClr val="bg1">
            <a:lumMod val="5000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15" tIns="5715" rIns="5715" bIns="5715" numCol="1" spcCol="1270" anchor="ctr" anchorCtr="0">
          <a:noAutofit/>
        </a:bodyPr>
        <a:lstStyle/>
        <a:p>
          <a:pPr marL="0" lvl="0" indent="0" algn="ctr" defTabSz="400050">
            <a:lnSpc>
              <a:spcPct val="90000"/>
            </a:lnSpc>
            <a:spcBef>
              <a:spcPct val="0"/>
            </a:spcBef>
            <a:spcAft>
              <a:spcPct val="35000"/>
            </a:spcAft>
            <a:buNone/>
          </a:pPr>
          <a:r>
            <a:rPr lang="en-US" sz="900" kern="1200" dirty="0"/>
            <a:t>Uninsured</a:t>
          </a:r>
        </a:p>
      </dsp:txBody>
      <dsp:txXfrm>
        <a:off x="1833612" y="5486952"/>
        <a:ext cx="1193033" cy="578517"/>
      </dsp:txXfrm>
    </dsp:sp>
    <dsp:sp modelId="{41B12D98-42E7-4D01-8125-E3F46716980E}">
      <dsp:nvSpPr>
        <dsp:cNvPr id="0" name=""/>
        <dsp:cNvSpPr/>
      </dsp:nvSpPr>
      <dsp:spPr>
        <a:xfrm>
          <a:off x="3044645" y="5767477"/>
          <a:ext cx="491612" cy="17468"/>
        </a:xfrm>
        <a:custGeom>
          <a:avLst/>
          <a:gdLst/>
          <a:ahLst/>
          <a:cxnLst/>
          <a:rect l="0" t="0" r="0" b="0"/>
          <a:pathLst>
            <a:path>
              <a:moveTo>
                <a:pt x="0" y="8734"/>
              </a:moveTo>
              <a:lnTo>
                <a:pt x="491612" y="8734"/>
              </a:lnTo>
            </a:path>
          </a:pathLst>
        </a:custGeom>
        <a:noFill/>
        <a:ln w="1905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278161" y="5763920"/>
        <a:ext cx="24580" cy="24580"/>
      </dsp:txXfrm>
    </dsp:sp>
    <dsp:sp modelId="{BD743C42-3293-4686-B7A3-584FD00DA0FF}">
      <dsp:nvSpPr>
        <dsp:cNvPr id="0" name=""/>
        <dsp:cNvSpPr/>
      </dsp:nvSpPr>
      <dsp:spPr>
        <a:xfrm>
          <a:off x="3536258" y="5468953"/>
          <a:ext cx="1229031" cy="614515"/>
        </a:xfrm>
        <a:prstGeom prst="roundRect">
          <a:avLst>
            <a:gd name="adj" fmla="val 10000"/>
          </a:avLst>
        </a:prstGeom>
        <a:solidFill>
          <a:schemeClr val="bg1">
            <a:lumMod val="5000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15" tIns="5715" rIns="5715" bIns="5715" numCol="1" spcCol="1270" anchor="ctr" anchorCtr="0">
          <a:noAutofit/>
        </a:bodyPr>
        <a:lstStyle/>
        <a:p>
          <a:pPr marL="0" lvl="0" indent="0" algn="ctr" defTabSz="400050">
            <a:lnSpc>
              <a:spcPct val="90000"/>
            </a:lnSpc>
            <a:spcBef>
              <a:spcPct val="0"/>
            </a:spcBef>
            <a:spcAft>
              <a:spcPct val="35000"/>
            </a:spcAft>
            <a:buNone/>
          </a:pPr>
          <a:r>
            <a:rPr lang="en-US" sz="900" kern="1200" dirty="0"/>
            <a:t>Refer to Grant Funded Clinic: </a:t>
          </a:r>
          <a:r>
            <a:rPr lang="en-US" sz="900" kern="1200" dirty="0" err="1"/>
            <a:t>Mcnabb</a:t>
          </a:r>
          <a:r>
            <a:rPr lang="en-US" sz="900" kern="1200" dirty="0"/>
            <a:t> or Cherokee</a:t>
          </a:r>
        </a:p>
      </dsp:txBody>
      <dsp:txXfrm>
        <a:off x="3554257" y="5486952"/>
        <a:ext cx="1193033" cy="578517"/>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FCCB6DD-4DEF-504E-9F0B-6816702CB68D}">
      <dsp:nvSpPr>
        <dsp:cNvPr id="0" name=""/>
        <dsp:cNvSpPr/>
      </dsp:nvSpPr>
      <dsp:spPr>
        <a:xfrm>
          <a:off x="0" y="0"/>
          <a:ext cx="4858438" cy="1056838"/>
        </a:xfrm>
        <a:prstGeom prst="roundRect">
          <a:avLst>
            <a:gd name="adj" fmla="val 10000"/>
          </a:avLst>
        </a:prstGeom>
        <a:solidFill>
          <a:schemeClr val="accent1">
            <a:alpha val="90000"/>
            <a:tint val="40000"/>
            <a:hueOff val="0"/>
            <a:satOff val="0"/>
            <a:lumOff val="0"/>
            <a:alphaOff val="0"/>
          </a:schemeClr>
        </a:solidFill>
        <a:ln w="1905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5B7EC9E4-6111-2242-9CA6-40B2C56269C1}">
      <dsp:nvSpPr>
        <dsp:cNvPr id="0" name=""/>
        <dsp:cNvSpPr/>
      </dsp:nvSpPr>
      <dsp:spPr>
        <a:xfrm>
          <a:off x="145753" y="140911"/>
          <a:ext cx="1427166" cy="775014"/>
        </a:xfrm>
        <a:prstGeom prst="roundRect">
          <a:avLst>
            <a:gd name="adj" fmla="val 10000"/>
          </a:avLst>
        </a:prstGeom>
        <a:blipFill>
          <a:blip xmlns:r="http://schemas.openxmlformats.org/officeDocument/2006/relationships">
            <a:extLst>
              <a:ext uri="{96DAC541-7B7A-43D3-8B79-37D633B846F1}">
                <asvg:svgBlip xmlns:asvg="http://schemas.microsoft.com/office/drawing/2016/SVG/main" r:embed="rId1"/>
              </a:ext>
            </a:extLst>
          </a:blip>
          <a:srcRect/>
          <a:stretch>
            <a:fillRect t="-17000" b="-17000"/>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38B5B426-7C12-B84E-889E-202BA5D8F0D3}">
      <dsp:nvSpPr>
        <dsp:cNvPr id="0" name=""/>
        <dsp:cNvSpPr/>
      </dsp:nvSpPr>
      <dsp:spPr>
        <a:xfrm rot="10800000">
          <a:off x="145753" y="1056838"/>
          <a:ext cx="1427166" cy="1291690"/>
        </a:xfrm>
        <a:prstGeom prst="round2SameRect">
          <a:avLst>
            <a:gd name="adj1" fmla="val 10500"/>
            <a:gd name="adj2" fmla="val 0"/>
          </a:avLst>
        </a:prstGeom>
        <a:solidFill>
          <a:schemeClr val="accent2"/>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3792" tIns="113792" rIns="113792" bIns="113792" numCol="1" spcCol="1270" anchor="t" anchorCtr="0">
          <a:noAutofit/>
        </a:bodyPr>
        <a:lstStyle/>
        <a:p>
          <a:pPr marL="0" lvl="0" indent="0" algn="ctr" defTabSz="711200">
            <a:lnSpc>
              <a:spcPct val="90000"/>
            </a:lnSpc>
            <a:spcBef>
              <a:spcPct val="0"/>
            </a:spcBef>
            <a:spcAft>
              <a:spcPct val="35000"/>
            </a:spcAft>
            <a:buNone/>
          </a:pPr>
          <a:r>
            <a:rPr lang="en-US" sz="1600" kern="1200" dirty="0"/>
            <a:t>Fentanyl</a:t>
          </a:r>
        </a:p>
      </dsp:txBody>
      <dsp:txXfrm rot="10800000">
        <a:off x="185477" y="1056838"/>
        <a:ext cx="1347718" cy="1251966"/>
      </dsp:txXfrm>
    </dsp:sp>
    <dsp:sp modelId="{EDCFCD52-53B9-FE4B-8B9A-A1F25D383E73}">
      <dsp:nvSpPr>
        <dsp:cNvPr id="0" name=""/>
        <dsp:cNvSpPr/>
      </dsp:nvSpPr>
      <dsp:spPr>
        <a:xfrm>
          <a:off x="1715635" y="140911"/>
          <a:ext cx="1427166" cy="775014"/>
        </a:xfrm>
        <a:prstGeom prst="roundRect">
          <a:avLst>
            <a:gd name="adj" fmla="val 10000"/>
          </a:avLst>
        </a:prstGeom>
        <a:blipFill>
          <a:blip xmlns:r="http://schemas.openxmlformats.org/officeDocument/2006/relationships">
            <a:extLst>
              <a:ext uri="{96DAC541-7B7A-43D3-8B79-37D633B846F1}">
                <asvg:svgBlip xmlns:asvg="http://schemas.microsoft.com/office/drawing/2016/SVG/main" r:embed="rId2"/>
              </a:ext>
            </a:extLst>
          </a:blip>
          <a:srcRect/>
          <a:stretch>
            <a:fillRect t="-17000" b="-17000"/>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6A239722-CE46-A348-BAE1-53A304F71E9F}">
      <dsp:nvSpPr>
        <dsp:cNvPr id="0" name=""/>
        <dsp:cNvSpPr/>
      </dsp:nvSpPr>
      <dsp:spPr>
        <a:xfrm rot="10800000">
          <a:off x="1715635" y="1056838"/>
          <a:ext cx="1427166" cy="1291690"/>
        </a:xfrm>
        <a:prstGeom prst="round2SameRect">
          <a:avLst>
            <a:gd name="adj1" fmla="val 10500"/>
            <a:gd name="adj2" fmla="val 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3792" tIns="113792" rIns="113792" bIns="113792" numCol="1" spcCol="1270" anchor="t" anchorCtr="0">
          <a:noAutofit/>
        </a:bodyPr>
        <a:lstStyle/>
        <a:p>
          <a:pPr marL="0" lvl="0" indent="0" algn="ctr" defTabSz="711200">
            <a:lnSpc>
              <a:spcPct val="90000"/>
            </a:lnSpc>
            <a:spcBef>
              <a:spcPct val="0"/>
            </a:spcBef>
            <a:spcAft>
              <a:spcPct val="35000"/>
            </a:spcAft>
            <a:buNone/>
          </a:pPr>
          <a:r>
            <a:rPr lang="en-US" sz="1600" kern="1200" dirty="0"/>
            <a:t>Prescription Opioid </a:t>
          </a:r>
        </a:p>
      </dsp:txBody>
      <dsp:txXfrm rot="10800000">
        <a:off x="1755359" y="1056838"/>
        <a:ext cx="1347718" cy="1251966"/>
      </dsp:txXfrm>
    </dsp:sp>
    <dsp:sp modelId="{F708D6B2-3DFC-AF48-8AA5-DF92A043B077}">
      <dsp:nvSpPr>
        <dsp:cNvPr id="0" name=""/>
        <dsp:cNvSpPr/>
      </dsp:nvSpPr>
      <dsp:spPr>
        <a:xfrm>
          <a:off x="3285518" y="140911"/>
          <a:ext cx="1427166" cy="775014"/>
        </a:xfrm>
        <a:prstGeom prst="roundRect">
          <a:avLst>
            <a:gd name="adj" fmla="val 10000"/>
          </a:avLst>
        </a:prstGeom>
        <a:blipFill>
          <a:blip xmlns:r="http://schemas.openxmlformats.org/officeDocument/2006/relationships">
            <a:extLst>
              <a:ext uri="{96DAC541-7B7A-43D3-8B79-37D633B846F1}">
                <asvg:svgBlip xmlns:asvg="http://schemas.microsoft.com/office/drawing/2016/SVG/main" r:embed="rId3"/>
              </a:ext>
            </a:extLst>
          </a:blip>
          <a:srcRect/>
          <a:stretch>
            <a:fillRect t="-17000" b="-17000"/>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7A8FA18F-7507-A74B-BB16-D27D0619FBAB}">
      <dsp:nvSpPr>
        <dsp:cNvPr id="0" name=""/>
        <dsp:cNvSpPr/>
      </dsp:nvSpPr>
      <dsp:spPr>
        <a:xfrm rot="10800000">
          <a:off x="3285518" y="1056838"/>
          <a:ext cx="1427166" cy="1291690"/>
        </a:xfrm>
        <a:prstGeom prst="round2SameRect">
          <a:avLst>
            <a:gd name="adj1" fmla="val 10500"/>
            <a:gd name="adj2" fmla="val 0"/>
          </a:avLst>
        </a:prstGeom>
        <a:solidFill>
          <a:schemeClr val="accent3"/>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3792" tIns="113792" rIns="113792" bIns="113792" numCol="1" spcCol="1270" anchor="t" anchorCtr="0">
          <a:noAutofit/>
        </a:bodyPr>
        <a:lstStyle/>
        <a:p>
          <a:pPr marL="0" lvl="0" indent="0" algn="ctr" defTabSz="711200">
            <a:lnSpc>
              <a:spcPct val="90000"/>
            </a:lnSpc>
            <a:spcBef>
              <a:spcPct val="0"/>
            </a:spcBef>
            <a:spcAft>
              <a:spcPct val="35000"/>
            </a:spcAft>
            <a:buNone/>
          </a:pPr>
          <a:r>
            <a:rPr lang="en-US" sz="1600" kern="1200" dirty="0"/>
            <a:t>Opioid negative (but </a:t>
          </a:r>
          <a:r>
            <a:rPr lang="en-US" sz="1600" kern="1200" dirty="0" err="1"/>
            <a:t>hx</a:t>
          </a:r>
          <a:r>
            <a:rPr lang="en-US" sz="1600" kern="1200"/>
            <a:t> of OUD)</a:t>
          </a:r>
        </a:p>
      </dsp:txBody>
      <dsp:txXfrm rot="10800000">
        <a:off x="3325242" y="1056838"/>
        <a:ext cx="1347718" cy="1251966"/>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FCCB6DD-4DEF-504E-9F0B-6816702CB68D}">
      <dsp:nvSpPr>
        <dsp:cNvPr id="0" name=""/>
        <dsp:cNvSpPr/>
      </dsp:nvSpPr>
      <dsp:spPr>
        <a:xfrm>
          <a:off x="0" y="111687"/>
          <a:ext cx="10844450" cy="1705410"/>
        </a:xfrm>
        <a:prstGeom prst="roundRect">
          <a:avLst>
            <a:gd name="adj" fmla="val 10000"/>
          </a:avLst>
        </a:prstGeom>
        <a:solidFill>
          <a:schemeClr val="accent1">
            <a:alpha val="90000"/>
            <a:tint val="40000"/>
            <a:hueOff val="0"/>
            <a:satOff val="0"/>
            <a:lumOff val="0"/>
            <a:alphaOff val="0"/>
          </a:schemeClr>
        </a:solidFill>
        <a:ln w="1905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5B7EC9E4-6111-2242-9CA6-40B2C56269C1}">
      <dsp:nvSpPr>
        <dsp:cNvPr id="0" name=""/>
        <dsp:cNvSpPr/>
      </dsp:nvSpPr>
      <dsp:spPr>
        <a:xfrm>
          <a:off x="328817" y="227388"/>
          <a:ext cx="1886447" cy="1250634"/>
        </a:xfrm>
        <a:prstGeom prst="roundRect">
          <a:avLst>
            <a:gd name="adj" fmla="val 10000"/>
          </a:avLst>
        </a:prstGeom>
        <a:blipFill>
          <a:blip xmlns:r="http://schemas.openxmlformats.org/officeDocument/2006/relationships">
            <a:extLst>
              <a:ext uri="{96DAC541-7B7A-43D3-8B79-37D633B846F1}">
                <asvg:svgBlip xmlns:asvg="http://schemas.microsoft.com/office/drawing/2016/SVG/main" r:embed="rId1"/>
              </a:ext>
            </a:extLst>
          </a:blip>
          <a:srcRect/>
          <a:stretch>
            <a:fillRect t="-17000" b="-17000"/>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38B5B426-7C12-B84E-889E-202BA5D8F0D3}">
      <dsp:nvSpPr>
        <dsp:cNvPr id="0" name=""/>
        <dsp:cNvSpPr/>
      </dsp:nvSpPr>
      <dsp:spPr>
        <a:xfrm rot="10800000">
          <a:off x="328817" y="1705410"/>
          <a:ext cx="1886447" cy="2084390"/>
        </a:xfrm>
        <a:prstGeom prst="round2SameRect">
          <a:avLst>
            <a:gd name="adj1" fmla="val 10500"/>
            <a:gd name="adj2" fmla="val 0"/>
          </a:avLst>
        </a:prstGeom>
        <a:solidFill>
          <a:schemeClr val="accent2"/>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8016" tIns="128016" rIns="128016" bIns="128016" numCol="1" spcCol="1270" anchor="t" anchorCtr="0">
          <a:noAutofit/>
        </a:bodyPr>
        <a:lstStyle/>
        <a:p>
          <a:pPr marL="0" lvl="0" indent="0" algn="ctr" defTabSz="800100">
            <a:lnSpc>
              <a:spcPct val="90000"/>
            </a:lnSpc>
            <a:spcBef>
              <a:spcPct val="0"/>
            </a:spcBef>
            <a:spcAft>
              <a:spcPct val="35000"/>
            </a:spcAft>
            <a:buNone/>
          </a:pPr>
          <a:r>
            <a:rPr lang="en-US" sz="1800" kern="1200" dirty="0"/>
            <a:t>Patient using Fentanyl </a:t>
          </a:r>
        </a:p>
        <a:p>
          <a:pPr marL="0" lvl="0" indent="0" algn="ctr" defTabSz="800100">
            <a:lnSpc>
              <a:spcPct val="90000"/>
            </a:lnSpc>
            <a:spcBef>
              <a:spcPct val="0"/>
            </a:spcBef>
            <a:spcAft>
              <a:spcPct val="35000"/>
            </a:spcAft>
            <a:buNone/>
          </a:pPr>
          <a:endParaRPr lang="en-US" sz="1700" kern="1200" dirty="0"/>
        </a:p>
        <a:p>
          <a:pPr marL="0" lvl="0" indent="0" algn="ctr" defTabSz="800100">
            <a:lnSpc>
              <a:spcPct val="90000"/>
            </a:lnSpc>
            <a:spcBef>
              <a:spcPct val="0"/>
            </a:spcBef>
            <a:spcAft>
              <a:spcPct val="35000"/>
            </a:spcAft>
            <a:buNone/>
          </a:pPr>
          <a:endParaRPr lang="en-US" sz="1700" kern="1200" dirty="0"/>
        </a:p>
        <a:p>
          <a:pPr marL="0" lvl="0" indent="0" algn="ctr" defTabSz="800100">
            <a:lnSpc>
              <a:spcPct val="90000"/>
            </a:lnSpc>
            <a:spcBef>
              <a:spcPct val="0"/>
            </a:spcBef>
            <a:spcAft>
              <a:spcPct val="35000"/>
            </a:spcAft>
            <a:buNone/>
          </a:pPr>
          <a:r>
            <a:rPr lang="en-US" sz="1800" kern="1200" dirty="0"/>
            <a:t>UDS + for FENT</a:t>
          </a:r>
        </a:p>
      </dsp:txBody>
      <dsp:txXfrm rot="10800000">
        <a:off x="386832" y="1705410"/>
        <a:ext cx="1770417" cy="2026375"/>
      </dsp:txXfrm>
    </dsp:sp>
    <dsp:sp modelId="{EDCFCD52-53B9-FE4B-8B9A-A1F25D383E73}">
      <dsp:nvSpPr>
        <dsp:cNvPr id="0" name=""/>
        <dsp:cNvSpPr/>
      </dsp:nvSpPr>
      <dsp:spPr>
        <a:xfrm>
          <a:off x="2403909" y="227388"/>
          <a:ext cx="1886447" cy="1250634"/>
        </a:xfrm>
        <a:prstGeom prst="roundRect">
          <a:avLst>
            <a:gd name="adj" fmla="val 10000"/>
          </a:avLst>
        </a:prstGeom>
        <a:blipFill>
          <a:blip xmlns:r="http://schemas.openxmlformats.org/officeDocument/2006/relationships">
            <a:extLst>
              <a:ext uri="{96DAC541-7B7A-43D3-8B79-37D633B846F1}">
                <asvg:svgBlip xmlns:asvg="http://schemas.microsoft.com/office/drawing/2016/SVG/main" r:embed="rId2"/>
              </a:ext>
            </a:extLst>
          </a:blip>
          <a:srcRect/>
          <a:stretch>
            <a:fillRect t="-17000" b="-17000"/>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6A239722-CE46-A348-BAE1-53A304F71E9F}">
      <dsp:nvSpPr>
        <dsp:cNvPr id="0" name=""/>
        <dsp:cNvSpPr/>
      </dsp:nvSpPr>
      <dsp:spPr>
        <a:xfrm rot="10800000">
          <a:off x="2403909" y="1705410"/>
          <a:ext cx="1886447" cy="2084390"/>
        </a:xfrm>
        <a:prstGeom prst="round2SameRect">
          <a:avLst>
            <a:gd name="adj1" fmla="val 10500"/>
            <a:gd name="adj2" fmla="val 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8016" tIns="128016" rIns="128016" bIns="128016" numCol="1" spcCol="1270" anchor="t" anchorCtr="0">
          <a:noAutofit/>
        </a:bodyPr>
        <a:lstStyle/>
        <a:p>
          <a:pPr marL="0" lvl="0" indent="0" algn="ctr" defTabSz="800100">
            <a:lnSpc>
              <a:spcPct val="90000"/>
            </a:lnSpc>
            <a:spcBef>
              <a:spcPct val="0"/>
            </a:spcBef>
            <a:spcAft>
              <a:spcPct val="35000"/>
            </a:spcAft>
            <a:buNone/>
          </a:pPr>
          <a:r>
            <a:rPr lang="en-US" sz="1800" kern="1200" dirty="0"/>
            <a:t>Patient Taking Prescription Opioid (</a:t>
          </a:r>
          <a:r>
            <a:rPr lang="en-US" sz="1800" kern="1200" dirty="0" err="1"/>
            <a:t>eg</a:t>
          </a:r>
          <a:r>
            <a:rPr lang="en-US" sz="1800" kern="1200" dirty="0"/>
            <a:t> oxycodone)</a:t>
          </a:r>
        </a:p>
        <a:p>
          <a:pPr marL="0" lvl="0" indent="0" algn="ctr" defTabSz="800100">
            <a:lnSpc>
              <a:spcPct val="90000"/>
            </a:lnSpc>
            <a:spcBef>
              <a:spcPct val="0"/>
            </a:spcBef>
            <a:spcAft>
              <a:spcPct val="35000"/>
            </a:spcAft>
            <a:buNone/>
          </a:pPr>
          <a:endParaRPr lang="en-US" sz="1700" kern="1200" dirty="0"/>
        </a:p>
        <a:p>
          <a:pPr marL="0" lvl="0" indent="0" algn="ctr" defTabSz="800100">
            <a:lnSpc>
              <a:spcPct val="90000"/>
            </a:lnSpc>
            <a:spcBef>
              <a:spcPct val="0"/>
            </a:spcBef>
            <a:spcAft>
              <a:spcPct val="35000"/>
            </a:spcAft>
            <a:buNone/>
          </a:pPr>
          <a:r>
            <a:rPr lang="en-US" sz="1800" kern="1200" dirty="0"/>
            <a:t>UDS pos for OXY or OPI </a:t>
          </a:r>
        </a:p>
      </dsp:txBody>
      <dsp:txXfrm rot="10800000">
        <a:off x="2461924" y="1705410"/>
        <a:ext cx="1770417" cy="2026375"/>
      </dsp:txXfrm>
    </dsp:sp>
    <dsp:sp modelId="{F708D6B2-3DFC-AF48-8AA5-DF92A043B077}">
      <dsp:nvSpPr>
        <dsp:cNvPr id="0" name=""/>
        <dsp:cNvSpPr/>
      </dsp:nvSpPr>
      <dsp:spPr>
        <a:xfrm>
          <a:off x="4479001" y="227388"/>
          <a:ext cx="1886447" cy="1250634"/>
        </a:xfrm>
        <a:prstGeom prst="roundRect">
          <a:avLst>
            <a:gd name="adj" fmla="val 10000"/>
          </a:avLst>
        </a:prstGeom>
        <a:blipFill>
          <a:blip xmlns:r="http://schemas.openxmlformats.org/officeDocument/2006/relationships">
            <a:extLst>
              <a:ext uri="{96DAC541-7B7A-43D3-8B79-37D633B846F1}">
                <asvg:svgBlip xmlns:asvg="http://schemas.microsoft.com/office/drawing/2016/SVG/main" r:embed="rId3"/>
              </a:ext>
            </a:extLst>
          </a:blip>
          <a:srcRect/>
          <a:stretch>
            <a:fillRect t="-17000" b="-17000"/>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7A8FA18F-7507-A74B-BB16-D27D0619FBAB}">
      <dsp:nvSpPr>
        <dsp:cNvPr id="0" name=""/>
        <dsp:cNvSpPr/>
      </dsp:nvSpPr>
      <dsp:spPr>
        <a:xfrm rot="10800000">
          <a:off x="4479001" y="1705410"/>
          <a:ext cx="1886447" cy="2084390"/>
        </a:xfrm>
        <a:prstGeom prst="round2SameRect">
          <a:avLst>
            <a:gd name="adj1" fmla="val 10500"/>
            <a:gd name="adj2" fmla="val 0"/>
          </a:avLst>
        </a:prstGeom>
        <a:solidFill>
          <a:schemeClr val="accent3"/>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8016" tIns="128016" rIns="128016" bIns="128016" numCol="1" spcCol="1270" anchor="t" anchorCtr="0">
          <a:noAutofit/>
        </a:bodyPr>
        <a:lstStyle/>
        <a:p>
          <a:pPr marL="0" lvl="0" indent="0" algn="ctr" defTabSz="800100">
            <a:lnSpc>
              <a:spcPct val="90000"/>
            </a:lnSpc>
            <a:spcBef>
              <a:spcPct val="0"/>
            </a:spcBef>
            <a:spcAft>
              <a:spcPct val="35000"/>
            </a:spcAft>
            <a:buNone/>
          </a:pPr>
          <a:r>
            <a:rPr lang="en-US" sz="1800" kern="1200" dirty="0"/>
            <a:t>Opioid Negative (but </a:t>
          </a:r>
          <a:r>
            <a:rPr lang="en-US" sz="1800" kern="1200" dirty="0" err="1"/>
            <a:t>hx</a:t>
          </a:r>
          <a:r>
            <a:rPr lang="en-US" sz="1800" kern="1200" dirty="0"/>
            <a:t> of OUD) </a:t>
          </a:r>
        </a:p>
        <a:p>
          <a:pPr marL="0" lvl="0" indent="0" algn="ctr" defTabSz="800100">
            <a:lnSpc>
              <a:spcPct val="90000"/>
            </a:lnSpc>
            <a:spcBef>
              <a:spcPct val="0"/>
            </a:spcBef>
            <a:spcAft>
              <a:spcPct val="35000"/>
            </a:spcAft>
            <a:buNone/>
          </a:pPr>
          <a:endParaRPr lang="en-US" sz="1700" kern="1200" dirty="0"/>
        </a:p>
        <a:p>
          <a:pPr marL="0" lvl="0" indent="0" algn="ctr" defTabSz="800100">
            <a:lnSpc>
              <a:spcPct val="90000"/>
            </a:lnSpc>
            <a:spcBef>
              <a:spcPct val="0"/>
            </a:spcBef>
            <a:spcAft>
              <a:spcPct val="35000"/>
            </a:spcAft>
            <a:buNone/>
          </a:pPr>
          <a:r>
            <a:rPr lang="en-US" sz="1800" kern="1200" dirty="0"/>
            <a:t>UDS neg for </a:t>
          </a:r>
          <a:r>
            <a:rPr lang="en-US" sz="1600" kern="1200" dirty="0"/>
            <a:t>OPI/FENT/OXY/MTD</a:t>
          </a:r>
          <a:endParaRPr lang="en-US" sz="1800" kern="1200" dirty="0"/>
        </a:p>
      </dsp:txBody>
      <dsp:txXfrm rot="10800000">
        <a:off x="4537016" y="1705410"/>
        <a:ext cx="1770417" cy="2026375"/>
      </dsp:txXfrm>
    </dsp:sp>
    <dsp:sp modelId="{0D0E5F86-1A1D-47B6-8475-2F91A8A1B9BC}">
      <dsp:nvSpPr>
        <dsp:cNvPr id="0" name=""/>
        <dsp:cNvSpPr/>
      </dsp:nvSpPr>
      <dsp:spPr>
        <a:xfrm>
          <a:off x="6554093" y="227388"/>
          <a:ext cx="1886447" cy="1250634"/>
        </a:xfrm>
        <a:prstGeom prst="roundRect">
          <a:avLst>
            <a:gd name="adj" fmla="val 10000"/>
          </a:avLst>
        </a:prstGeom>
        <a:blipFill>
          <a:blip xmlns:r="http://schemas.openxmlformats.org/officeDocument/2006/relationships">
            <a:extLst>
              <a:ext uri="{96DAC541-7B7A-43D3-8B79-37D633B846F1}">
                <asvg:svgBlip xmlns:asvg="http://schemas.microsoft.com/office/drawing/2016/SVG/main" r:embed="rId4"/>
              </a:ext>
            </a:extLst>
          </a:blip>
          <a:srcRect/>
          <a:stretch>
            <a:fillRect t="-19000" b="-19000"/>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22CDA9D7-E6EF-44E3-AD19-8B7815DC8126}">
      <dsp:nvSpPr>
        <dsp:cNvPr id="0" name=""/>
        <dsp:cNvSpPr/>
      </dsp:nvSpPr>
      <dsp:spPr>
        <a:xfrm rot="10800000">
          <a:off x="6554093" y="1705410"/>
          <a:ext cx="1886447" cy="2084390"/>
        </a:xfrm>
        <a:prstGeom prst="round2SameRect">
          <a:avLst>
            <a:gd name="adj1" fmla="val 10500"/>
            <a:gd name="adj2" fmla="val 0"/>
          </a:avLst>
        </a:prstGeom>
        <a:solidFill>
          <a:srgbClr val="7030A0"/>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8016" tIns="128016" rIns="128016" bIns="128016" numCol="1" spcCol="1270" anchor="t" anchorCtr="0">
          <a:noAutofit/>
        </a:bodyPr>
        <a:lstStyle/>
        <a:p>
          <a:pPr marL="0" lvl="0" indent="0" algn="ctr" defTabSz="800100">
            <a:lnSpc>
              <a:spcPct val="90000"/>
            </a:lnSpc>
            <a:spcBef>
              <a:spcPct val="0"/>
            </a:spcBef>
            <a:spcAft>
              <a:spcPct val="35000"/>
            </a:spcAft>
            <a:buNone/>
          </a:pPr>
          <a:r>
            <a:rPr lang="en-US" sz="1800" kern="1200" dirty="0"/>
            <a:t>Already on Suboxone</a:t>
          </a:r>
        </a:p>
        <a:p>
          <a:pPr marL="0" lvl="0" indent="0" algn="ctr" defTabSz="800100">
            <a:lnSpc>
              <a:spcPct val="90000"/>
            </a:lnSpc>
            <a:spcBef>
              <a:spcPct val="0"/>
            </a:spcBef>
            <a:spcAft>
              <a:spcPct val="35000"/>
            </a:spcAft>
            <a:buNone/>
          </a:pPr>
          <a:endParaRPr lang="en-US" sz="1800" kern="1200" dirty="0"/>
        </a:p>
        <a:p>
          <a:pPr marL="0" lvl="0" indent="0" algn="ctr" defTabSz="800100">
            <a:lnSpc>
              <a:spcPct val="90000"/>
            </a:lnSpc>
            <a:spcBef>
              <a:spcPct val="0"/>
            </a:spcBef>
            <a:spcAft>
              <a:spcPct val="35000"/>
            </a:spcAft>
            <a:buNone/>
          </a:pPr>
          <a:endParaRPr lang="en-US" sz="1800" kern="1200" dirty="0"/>
        </a:p>
        <a:p>
          <a:pPr marL="0" lvl="0" indent="0" algn="ctr" defTabSz="800100">
            <a:lnSpc>
              <a:spcPct val="90000"/>
            </a:lnSpc>
            <a:spcBef>
              <a:spcPct val="0"/>
            </a:spcBef>
            <a:spcAft>
              <a:spcPct val="35000"/>
            </a:spcAft>
            <a:buNone/>
          </a:pPr>
          <a:r>
            <a:rPr lang="en-US" sz="1800" kern="1200" dirty="0"/>
            <a:t>UDS pos for BUP</a:t>
          </a:r>
        </a:p>
      </dsp:txBody>
      <dsp:txXfrm rot="10800000">
        <a:off x="6612108" y="1705410"/>
        <a:ext cx="1770417" cy="2026375"/>
      </dsp:txXfrm>
    </dsp:sp>
    <dsp:sp modelId="{1135EB9A-7DA4-479C-AD34-76FA5CE67354}">
      <dsp:nvSpPr>
        <dsp:cNvPr id="0" name=""/>
        <dsp:cNvSpPr/>
      </dsp:nvSpPr>
      <dsp:spPr>
        <a:xfrm>
          <a:off x="8629185" y="227388"/>
          <a:ext cx="1886447" cy="1250634"/>
        </a:xfrm>
        <a:prstGeom prst="roundRect">
          <a:avLst>
            <a:gd name="adj" fmla="val 10000"/>
          </a:avLst>
        </a:prstGeom>
        <a:blipFill>
          <a:blip xmlns:r="http://schemas.openxmlformats.org/officeDocument/2006/relationships">
            <a:extLst>
              <a:ext uri="{96DAC541-7B7A-43D3-8B79-37D633B846F1}">
                <asvg:svgBlip xmlns:asvg="http://schemas.microsoft.com/office/drawing/2016/SVG/main" r:embed="rId5"/>
              </a:ext>
            </a:extLst>
          </a:blip>
          <a:srcRect/>
          <a:stretch>
            <a:fillRect t="-5000" b="-5000"/>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7EF50682-B40D-4AEE-91BD-38F946F34320}">
      <dsp:nvSpPr>
        <dsp:cNvPr id="0" name=""/>
        <dsp:cNvSpPr/>
      </dsp:nvSpPr>
      <dsp:spPr>
        <a:xfrm rot="10800000">
          <a:off x="8629185" y="1705410"/>
          <a:ext cx="1886447" cy="2084390"/>
        </a:xfrm>
        <a:prstGeom prst="round2SameRect">
          <a:avLst>
            <a:gd name="adj1" fmla="val 10500"/>
            <a:gd name="adj2" fmla="val 0"/>
          </a:avLst>
        </a:prstGeom>
        <a:solidFill>
          <a:srgbClr val="FFC000"/>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8016" tIns="128016" rIns="128016" bIns="128016" numCol="1" spcCol="1270" anchor="t" anchorCtr="0">
          <a:noAutofit/>
        </a:bodyPr>
        <a:lstStyle/>
        <a:p>
          <a:pPr marL="0" lvl="0" indent="0" algn="ctr" defTabSz="800100">
            <a:lnSpc>
              <a:spcPct val="90000"/>
            </a:lnSpc>
            <a:spcBef>
              <a:spcPct val="0"/>
            </a:spcBef>
            <a:spcAft>
              <a:spcPct val="35000"/>
            </a:spcAft>
            <a:buNone/>
          </a:pPr>
          <a:r>
            <a:rPr lang="en-US" sz="1800" kern="1200" dirty="0"/>
            <a:t>Transitioning to Suboxone from Methadone</a:t>
          </a:r>
        </a:p>
        <a:p>
          <a:pPr marL="0" lvl="0" indent="0" algn="ctr" defTabSz="800100">
            <a:lnSpc>
              <a:spcPct val="90000"/>
            </a:lnSpc>
            <a:spcBef>
              <a:spcPct val="0"/>
            </a:spcBef>
            <a:spcAft>
              <a:spcPct val="35000"/>
            </a:spcAft>
            <a:buNone/>
          </a:pPr>
          <a:endParaRPr lang="en-US" sz="1800" kern="1200" dirty="0"/>
        </a:p>
        <a:p>
          <a:pPr marL="0" lvl="0" indent="0" algn="ctr" defTabSz="800100">
            <a:lnSpc>
              <a:spcPct val="90000"/>
            </a:lnSpc>
            <a:spcBef>
              <a:spcPct val="0"/>
            </a:spcBef>
            <a:spcAft>
              <a:spcPct val="35000"/>
            </a:spcAft>
            <a:buNone/>
          </a:pPr>
          <a:endParaRPr lang="en-US" sz="1800" kern="1200" dirty="0"/>
        </a:p>
      </dsp:txBody>
      <dsp:txXfrm rot="10800000">
        <a:off x="8687200" y="1705410"/>
        <a:ext cx="1770417" cy="2026375"/>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F6811E3-3335-4FA9-8D2C-BA2F0EB0BED2}">
      <dsp:nvSpPr>
        <dsp:cNvPr id="0" name=""/>
        <dsp:cNvSpPr/>
      </dsp:nvSpPr>
      <dsp:spPr>
        <a:xfrm>
          <a:off x="162058" y="2486035"/>
          <a:ext cx="1750017" cy="875008"/>
        </a:xfrm>
        <a:prstGeom prst="roundRect">
          <a:avLst>
            <a:gd name="adj" fmla="val 10000"/>
          </a:avLst>
        </a:prstGeom>
        <a:solidFill>
          <a:schemeClr val="bg1">
            <a:lumMod val="75000"/>
          </a:schemeClr>
        </a:solidFill>
        <a:ln w="19050" cap="flat" cmpd="sng" algn="ctr">
          <a:solidFill>
            <a:schemeClr val="tx1"/>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255" tIns="8255" rIns="8255" bIns="8255" numCol="1" spcCol="1270" anchor="ctr" anchorCtr="0">
          <a:noAutofit/>
        </a:bodyPr>
        <a:lstStyle/>
        <a:p>
          <a:pPr marL="0" lvl="0" indent="0" algn="ctr" defTabSz="577850">
            <a:lnSpc>
              <a:spcPct val="90000"/>
            </a:lnSpc>
            <a:spcBef>
              <a:spcPct val="0"/>
            </a:spcBef>
            <a:spcAft>
              <a:spcPct val="35000"/>
            </a:spcAft>
            <a:buNone/>
          </a:pPr>
          <a:r>
            <a:rPr lang="en-US" sz="1300" kern="1200" dirty="0">
              <a:solidFill>
                <a:schemeClr val="tx1"/>
              </a:solidFill>
            </a:rPr>
            <a:t>Person with OUD</a:t>
          </a:r>
        </a:p>
        <a:p>
          <a:pPr marL="0" lvl="0" indent="0" algn="ctr" defTabSz="577850">
            <a:lnSpc>
              <a:spcPct val="90000"/>
            </a:lnSpc>
            <a:spcBef>
              <a:spcPct val="0"/>
            </a:spcBef>
            <a:spcAft>
              <a:spcPct val="35000"/>
            </a:spcAft>
            <a:buNone/>
          </a:pPr>
          <a:r>
            <a:rPr lang="en-US" sz="1300" kern="1200" dirty="0">
              <a:solidFill>
                <a:schemeClr val="tx1"/>
              </a:solidFill>
            </a:rPr>
            <a:t>&gt;18yo </a:t>
          </a:r>
        </a:p>
      </dsp:txBody>
      <dsp:txXfrm>
        <a:off x="187686" y="2511663"/>
        <a:ext cx="1698761" cy="823752"/>
      </dsp:txXfrm>
    </dsp:sp>
    <dsp:sp modelId="{B3187DC3-9ABF-480D-A881-B634E1E8DEB3}">
      <dsp:nvSpPr>
        <dsp:cNvPr id="0" name=""/>
        <dsp:cNvSpPr/>
      </dsp:nvSpPr>
      <dsp:spPr>
        <a:xfrm rot="17202211">
          <a:off x="1408417" y="2234117"/>
          <a:ext cx="1413619" cy="24873"/>
        </a:xfrm>
        <a:custGeom>
          <a:avLst/>
          <a:gdLst/>
          <a:ahLst/>
          <a:cxnLst/>
          <a:rect l="0" t="0" r="0" b="0"/>
          <a:pathLst>
            <a:path>
              <a:moveTo>
                <a:pt x="0" y="12436"/>
              </a:moveTo>
              <a:lnTo>
                <a:pt x="1413619" y="12436"/>
              </a:lnTo>
            </a:path>
          </a:pathLst>
        </a:custGeom>
        <a:noFill/>
        <a:ln w="1905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solidFill>
              <a:schemeClr val="tx1"/>
            </a:solidFill>
          </a:endParaRPr>
        </a:p>
      </dsp:txBody>
      <dsp:txXfrm>
        <a:off x="2079886" y="2211213"/>
        <a:ext cx="70680" cy="70680"/>
      </dsp:txXfrm>
    </dsp:sp>
    <dsp:sp modelId="{F9F406CE-C358-42D4-8F61-A0F08DE3E4C0}">
      <dsp:nvSpPr>
        <dsp:cNvPr id="0" name=""/>
        <dsp:cNvSpPr/>
      </dsp:nvSpPr>
      <dsp:spPr>
        <a:xfrm>
          <a:off x="2318377" y="1132064"/>
          <a:ext cx="1750017" cy="875008"/>
        </a:xfrm>
        <a:prstGeom prst="roundRect">
          <a:avLst>
            <a:gd name="adj" fmla="val 10000"/>
          </a:avLst>
        </a:prstGeom>
        <a:solidFill>
          <a:schemeClr val="accent2">
            <a:lumMod val="60000"/>
            <a:lumOff val="40000"/>
          </a:schemeClr>
        </a:solidFill>
        <a:ln w="19050" cap="flat" cmpd="sng" algn="ctr">
          <a:solidFill>
            <a:schemeClr val="bg1"/>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255" tIns="8255" rIns="8255" bIns="8255" numCol="1" spcCol="1270" anchor="ctr" anchorCtr="0">
          <a:noAutofit/>
        </a:bodyPr>
        <a:lstStyle/>
        <a:p>
          <a:pPr marL="0" lvl="0" indent="0" algn="ctr" defTabSz="577850">
            <a:lnSpc>
              <a:spcPct val="90000"/>
            </a:lnSpc>
            <a:spcBef>
              <a:spcPct val="0"/>
            </a:spcBef>
            <a:spcAft>
              <a:spcPct val="35000"/>
            </a:spcAft>
            <a:buNone/>
          </a:pPr>
          <a:r>
            <a:rPr lang="en-US" sz="1300" kern="1200" dirty="0">
              <a:solidFill>
                <a:schemeClr val="tx1"/>
              </a:solidFill>
            </a:rPr>
            <a:t>Current Illicit Opioid Use</a:t>
          </a:r>
        </a:p>
        <a:p>
          <a:pPr marL="0" lvl="0" indent="0" algn="ctr" defTabSz="577850">
            <a:lnSpc>
              <a:spcPct val="90000"/>
            </a:lnSpc>
            <a:spcBef>
              <a:spcPct val="0"/>
            </a:spcBef>
            <a:spcAft>
              <a:spcPct val="35000"/>
            </a:spcAft>
            <a:buNone/>
          </a:pPr>
          <a:r>
            <a:rPr lang="en-US" sz="1300" kern="1200" dirty="0">
              <a:solidFill>
                <a:schemeClr val="tx1"/>
              </a:solidFill>
            </a:rPr>
            <a:t>FENT + UDS</a:t>
          </a:r>
        </a:p>
      </dsp:txBody>
      <dsp:txXfrm>
        <a:off x="2344005" y="1157692"/>
        <a:ext cx="1698761" cy="823752"/>
      </dsp:txXfrm>
    </dsp:sp>
    <dsp:sp modelId="{E0B40188-6209-4C42-8E38-3776E8AB96D1}">
      <dsp:nvSpPr>
        <dsp:cNvPr id="0" name=""/>
        <dsp:cNvSpPr/>
      </dsp:nvSpPr>
      <dsp:spPr>
        <a:xfrm rot="21567040">
          <a:off x="4068376" y="1553177"/>
          <a:ext cx="825048" cy="24873"/>
        </a:xfrm>
        <a:custGeom>
          <a:avLst/>
          <a:gdLst/>
          <a:ahLst/>
          <a:cxnLst/>
          <a:rect l="0" t="0" r="0" b="0"/>
          <a:pathLst>
            <a:path>
              <a:moveTo>
                <a:pt x="0" y="12436"/>
              </a:moveTo>
              <a:lnTo>
                <a:pt x="825048" y="12436"/>
              </a:lnTo>
            </a:path>
          </a:pathLst>
        </a:custGeom>
        <a:noFill/>
        <a:ln w="1905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solidFill>
              <a:schemeClr val="tx1"/>
            </a:solidFill>
          </a:endParaRPr>
        </a:p>
      </dsp:txBody>
      <dsp:txXfrm>
        <a:off x="4460274" y="1544987"/>
        <a:ext cx="41252" cy="41252"/>
      </dsp:txXfrm>
    </dsp:sp>
    <dsp:sp modelId="{593EF8A3-0F94-4D6F-8A51-849A842232FC}">
      <dsp:nvSpPr>
        <dsp:cNvPr id="0" name=""/>
        <dsp:cNvSpPr/>
      </dsp:nvSpPr>
      <dsp:spPr>
        <a:xfrm>
          <a:off x="4893406" y="1124154"/>
          <a:ext cx="1750017" cy="875008"/>
        </a:xfrm>
        <a:prstGeom prst="roundRect">
          <a:avLst>
            <a:gd name="adj" fmla="val 10000"/>
          </a:avLst>
        </a:prstGeom>
        <a:solidFill>
          <a:schemeClr val="accent2">
            <a:lumMod val="60000"/>
            <a:lumOff val="4000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255" tIns="8255" rIns="8255" bIns="8255" numCol="1" spcCol="1270" anchor="ctr" anchorCtr="0">
          <a:noAutofit/>
        </a:bodyPr>
        <a:lstStyle/>
        <a:p>
          <a:pPr marL="0" lvl="0" indent="0" algn="ctr" defTabSz="577850">
            <a:lnSpc>
              <a:spcPct val="90000"/>
            </a:lnSpc>
            <a:spcBef>
              <a:spcPct val="0"/>
            </a:spcBef>
            <a:spcAft>
              <a:spcPct val="35000"/>
            </a:spcAft>
            <a:buNone/>
          </a:pPr>
          <a:r>
            <a:rPr lang="en-US" sz="1300" kern="1200" dirty="0">
              <a:solidFill>
                <a:schemeClr val="tx1"/>
              </a:solidFill>
            </a:rPr>
            <a:t>&gt;24hrs since last use</a:t>
          </a:r>
        </a:p>
      </dsp:txBody>
      <dsp:txXfrm>
        <a:off x="4919034" y="1149782"/>
        <a:ext cx="1698761" cy="823752"/>
      </dsp:txXfrm>
    </dsp:sp>
    <dsp:sp modelId="{4A01F16F-380D-420C-838A-388A5A430A4B}">
      <dsp:nvSpPr>
        <dsp:cNvPr id="0" name=""/>
        <dsp:cNvSpPr/>
      </dsp:nvSpPr>
      <dsp:spPr>
        <a:xfrm rot="21562719">
          <a:off x="6643404" y="1545621"/>
          <a:ext cx="664065" cy="24873"/>
        </a:xfrm>
        <a:custGeom>
          <a:avLst/>
          <a:gdLst/>
          <a:ahLst/>
          <a:cxnLst/>
          <a:rect l="0" t="0" r="0" b="0"/>
          <a:pathLst>
            <a:path>
              <a:moveTo>
                <a:pt x="0" y="12436"/>
              </a:moveTo>
              <a:lnTo>
                <a:pt x="664065" y="12436"/>
              </a:lnTo>
            </a:path>
          </a:pathLst>
        </a:custGeom>
        <a:noFill/>
        <a:ln w="1905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solidFill>
              <a:schemeClr val="tx1"/>
            </a:solidFill>
          </a:endParaRPr>
        </a:p>
      </dsp:txBody>
      <dsp:txXfrm>
        <a:off x="6958836" y="1541456"/>
        <a:ext cx="33203" cy="33203"/>
      </dsp:txXfrm>
    </dsp:sp>
    <dsp:sp modelId="{499DE82E-9618-487E-8FEC-D9C89FFD12C5}">
      <dsp:nvSpPr>
        <dsp:cNvPr id="0" name=""/>
        <dsp:cNvSpPr/>
      </dsp:nvSpPr>
      <dsp:spPr>
        <a:xfrm>
          <a:off x="7307451" y="1116952"/>
          <a:ext cx="1750017" cy="875008"/>
        </a:xfrm>
        <a:prstGeom prst="roundRect">
          <a:avLst>
            <a:gd name="adj" fmla="val 10000"/>
          </a:avLst>
        </a:prstGeom>
        <a:solidFill>
          <a:schemeClr val="accent2">
            <a:lumMod val="60000"/>
            <a:lumOff val="40000"/>
          </a:schemeClr>
        </a:solidFill>
        <a:ln w="19050" cap="flat" cmpd="sng" algn="ctr">
          <a:solidFill>
            <a:schemeClr val="tx1"/>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255" tIns="8255" rIns="8255" bIns="8255" numCol="1" spcCol="1270" anchor="ctr" anchorCtr="0">
          <a:noAutofit/>
        </a:bodyPr>
        <a:lstStyle/>
        <a:p>
          <a:pPr marL="0" lvl="0" indent="0" algn="ctr" defTabSz="577850">
            <a:lnSpc>
              <a:spcPct val="90000"/>
            </a:lnSpc>
            <a:spcBef>
              <a:spcPct val="0"/>
            </a:spcBef>
            <a:spcAft>
              <a:spcPct val="35000"/>
            </a:spcAft>
            <a:buNone/>
          </a:pPr>
          <a:r>
            <a:rPr lang="en-US" sz="1300" kern="1200" dirty="0">
              <a:solidFill>
                <a:schemeClr val="tx1"/>
              </a:solidFill>
            </a:rPr>
            <a:t> Start 1mg BUP every hour x 8 </a:t>
          </a:r>
          <a:r>
            <a:rPr lang="en-US" sz="1300" kern="1200" dirty="0" err="1">
              <a:solidFill>
                <a:schemeClr val="tx1"/>
              </a:solidFill>
            </a:rPr>
            <a:t>hrs</a:t>
          </a:r>
          <a:r>
            <a:rPr lang="en-US" sz="1300" kern="1200" dirty="0">
              <a:solidFill>
                <a:schemeClr val="tx1"/>
              </a:solidFill>
            </a:rPr>
            <a:t> </a:t>
          </a:r>
        </a:p>
        <a:p>
          <a:pPr marL="0" lvl="0" indent="0" algn="ctr" defTabSz="577850">
            <a:lnSpc>
              <a:spcPct val="90000"/>
            </a:lnSpc>
            <a:spcBef>
              <a:spcPct val="0"/>
            </a:spcBef>
            <a:spcAft>
              <a:spcPct val="35000"/>
            </a:spcAft>
            <a:buNone/>
          </a:pPr>
          <a:r>
            <a:rPr lang="en-US" sz="1300" kern="1200" dirty="0">
              <a:solidFill>
                <a:schemeClr val="tx1"/>
              </a:solidFill>
            </a:rPr>
            <a:t>(rapid low dose induction)</a:t>
          </a:r>
        </a:p>
      </dsp:txBody>
      <dsp:txXfrm>
        <a:off x="7333079" y="1142580"/>
        <a:ext cx="1698761" cy="823752"/>
      </dsp:txXfrm>
    </dsp:sp>
    <dsp:sp modelId="{E1051CFF-D4D1-4F2F-9AB6-DA21530E1F6E}">
      <dsp:nvSpPr>
        <dsp:cNvPr id="0" name=""/>
        <dsp:cNvSpPr/>
      </dsp:nvSpPr>
      <dsp:spPr>
        <a:xfrm rot="10380">
          <a:off x="9057467" y="1543070"/>
          <a:ext cx="695530" cy="24873"/>
        </a:xfrm>
        <a:custGeom>
          <a:avLst/>
          <a:gdLst/>
          <a:ahLst/>
          <a:cxnLst/>
          <a:rect l="0" t="0" r="0" b="0"/>
          <a:pathLst>
            <a:path>
              <a:moveTo>
                <a:pt x="0" y="12436"/>
              </a:moveTo>
              <a:lnTo>
                <a:pt x="695530" y="12436"/>
              </a:lnTo>
            </a:path>
          </a:pathLst>
        </a:custGeom>
        <a:noFill/>
        <a:ln w="1905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solidFill>
              <a:schemeClr val="tx1"/>
            </a:solidFill>
          </a:endParaRPr>
        </a:p>
      </dsp:txBody>
      <dsp:txXfrm>
        <a:off x="9387844" y="1538119"/>
        <a:ext cx="34776" cy="34776"/>
      </dsp:txXfrm>
    </dsp:sp>
    <dsp:sp modelId="{C3D8ECA2-261D-4EFC-B9B4-CD105F2FCEFC}">
      <dsp:nvSpPr>
        <dsp:cNvPr id="0" name=""/>
        <dsp:cNvSpPr/>
      </dsp:nvSpPr>
      <dsp:spPr>
        <a:xfrm>
          <a:off x="9752995" y="1119052"/>
          <a:ext cx="1750017" cy="875008"/>
        </a:xfrm>
        <a:prstGeom prst="roundRect">
          <a:avLst>
            <a:gd name="adj" fmla="val 10000"/>
          </a:avLst>
        </a:prstGeom>
        <a:solidFill>
          <a:schemeClr val="accent2">
            <a:lumMod val="60000"/>
            <a:lumOff val="4000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255" tIns="8255" rIns="8255" bIns="8255" numCol="1" spcCol="1270" anchor="ctr" anchorCtr="0">
          <a:noAutofit/>
        </a:bodyPr>
        <a:lstStyle/>
        <a:p>
          <a:pPr marL="0" lvl="0" indent="0" algn="ctr" defTabSz="577850">
            <a:lnSpc>
              <a:spcPct val="90000"/>
            </a:lnSpc>
            <a:spcBef>
              <a:spcPct val="0"/>
            </a:spcBef>
            <a:spcAft>
              <a:spcPct val="35000"/>
            </a:spcAft>
            <a:buNone/>
          </a:pPr>
          <a:r>
            <a:rPr lang="en-US" sz="1300" kern="1200">
              <a:solidFill>
                <a:schemeClr val="tx1"/>
              </a:solidFill>
            </a:rPr>
            <a:t>Then start BUP maintenance </a:t>
          </a:r>
          <a:endParaRPr lang="en-US" sz="1300" kern="1200" dirty="0">
            <a:solidFill>
              <a:schemeClr val="tx1"/>
            </a:solidFill>
          </a:endParaRPr>
        </a:p>
      </dsp:txBody>
      <dsp:txXfrm>
        <a:off x="9778623" y="1144680"/>
        <a:ext cx="1698761" cy="823752"/>
      </dsp:txXfrm>
    </dsp:sp>
    <dsp:sp modelId="{D99C7239-B1BC-4DD1-BEE4-C1419F17E521}">
      <dsp:nvSpPr>
        <dsp:cNvPr id="0" name=""/>
        <dsp:cNvSpPr/>
      </dsp:nvSpPr>
      <dsp:spPr>
        <a:xfrm rot="4673124">
          <a:off x="1216446" y="3771893"/>
          <a:ext cx="1760793" cy="24873"/>
        </a:xfrm>
        <a:custGeom>
          <a:avLst/>
          <a:gdLst/>
          <a:ahLst/>
          <a:cxnLst/>
          <a:rect l="0" t="0" r="0" b="0"/>
          <a:pathLst>
            <a:path>
              <a:moveTo>
                <a:pt x="0" y="12436"/>
              </a:moveTo>
              <a:lnTo>
                <a:pt x="1760793" y="12436"/>
              </a:lnTo>
            </a:path>
          </a:pathLst>
        </a:custGeom>
        <a:noFill/>
        <a:ln w="1905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66700">
            <a:lnSpc>
              <a:spcPct val="90000"/>
            </a:lnSpc>
            <a:spcBef>
              <a:spcPct val="0"/>
            </a:spcBef>
            <a:spcAft>
              <a:spcPct val="35000"/>
            </a:spcAft>
            <a:buNone/>
          </a:pPr>
          <a:endParaRPr lang="en-US" sz="600" kern="1200">
            <a:solidFill>
              <a:schemeClr val="tx1"/>
            </a:solidFill>
          </a:endParaRPr>
        </a:p>
      </dsp:txBody>
      <dsp:txXfrm>
        <a:off x="2052823" y="3740310"/>
        <a:ext cx="88039" cy="88039"/>
      </dsp:txXfrm>
    </dsp:sp>
    <dsp:sp modelId="{4C84E876-D9DE-4702-BC52-953C0B487E35}">
      <dsp:nvSpPr>
        <dsp:cNvPr id="0" name=""/>
        <dsp:cNvSpPr/>
      </dsp:nvSpPr>
      <dsp:spPr>
        <a:xfrm>
          <a:off x="2281609" y="4207615"/>
          <a:ext cx="1750017" cy="875008"/>
        </a:xfrm>
        <a:prstGeom prst="roundRect">
          <a:avLst>
            <a:gd name="adj" fmla="val 10000"/>
          </a:avLst>
        </a:prstGeom>
        <a:solidFill>
          <a:schemeClr val="tx2">
            <a:lumMod val="50000"/>
            <a:lumOff val="5000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255" tIns="8255" rIns="8255" bIns="8255" numCol="1" spcCol="1270" anchor="ctr" anchorCtr="0">
          <a:noAutofit/>
        </a:bodyPr>
        <a:lstStyle/>
        <a:p>
          <a:pPr marL="0" lvl="0" indent="0" algn="ctr" defTabSz="577850">
            <a:lnSpc>
              <a:spcPct val="90000"/>
            </a:lnSpc>
            <a:spcBef>
              <a:spcPct val="0"/>
            </a:spcBef>
            <a:spcAft>
              <a:spcPct val="35000"/>
            </a:spcAft>
            <a:buNone/>
          </a:pPr>
          <a:r>
            <a:rPr lang="en-US" sz="1300" kern="1200" dirty="0">
              <a:solidFill>
                <a:schemeClr val="tx1"/>
              </a:solidFill>
            </a:rPr>
            <a:t>Current Rx Opioid Use</a:t>
          </a:r>
        </a:p>
        <a:p>
          <a:pPr marL="0" lvl="0" indent="0" algn="ctr" defTabSz="577850">
            <a:lnSpc>
              <a:spcPct val="90000"/>
            </a:lnSpc>
            <a:spcBef>
              <a:spcPct val="0"/>
            </a:spcBef>
            <a:spcAft>
              <a:spcPct val="35000"/>
            </a:spcAft>
            <a:buNone/>
          </a:pPr>
          <a:r>
            <a:rPr lang="en-US" sz="1300" kern="1200" dirty="0">
              <a:solidFill>
                <a:schemeClr val="tx1"/>
              </a:solidFill>
            </a:rPr>
            <a:t>OXY+ UDS</a:t>
          </a:r>
        </a:p>
      </dsp:txBody>
      <dsp:txXfrm>
        <a:off x="2307237" y="4233243"/>
        <a:ext cx="1698761" cy="823752"/>
      </dsp:txXfrm>
    </dsp:sp>
    <dsp:sp modelId="{CEC05133-3DDD-4398-9939-E61A8799317B}">
      <dsp:nvSpPr>
        <dsp:cNvPr id="0" name=""/>
        <dsp:cNvSpPr/>
      </dsp:nvSpPr>
      <dsp:spPr>
        <a:xfrm rot="13368">
          <a:off x="4031624" y="4634219"/>
          <a:ext cx="789806" cy="24873"/>
        </a:xfrm>
        <a:custGeom>
          <a:avLst/>
          <a:gdLst/>
          <a:ahLst/>
          <a:cxnLst/>
          <a:rect l="0" t="0" r="0" b="0"/>
          <a:pathLst>
            <a:path>
              <a:moveTo>
                <a:pt x="0" y="12436"/>
              </a:moveTo>
              <a:lnTo>
                <a:pt x="789806" y="12436"/>
              </a:lnTo>
            </a:path>
          </a:pathLst>
        </a:custGeom>
        <a:noFill/>
        <a:ln w="1905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solidFill>
              <a:schemeClr val="tx1"/>
            </a:solidFill>
          </a:endParaRPr>
        </a:p>
      </dsp:txBody>
      <dsp:txXfrm>
        <a:off x="4406782" y="4626910"/>
        <a:ext cx="39490" cy="39490"/>
      </dsp:txXfrm>
    </dsp:sp>
    <dsp:sp modelId="{70F5343B-457F-4751-AF50-037244A56605}">
      <dsp:nvSpPr>
        <dsp:cNvPr id="0" name=""/>
        <dsp:cNvSpPr/>
      </dsp:nvSpPr>
      <dsp:spPr>
        <a:xfrm>
          <a:off x="4821428" y="4210686"/>
          <a:ext cx="1750017" cy="875008"/>
        </a:xfrm>
        <a:prstGeom prst="roundRect">
          <a:avLst>
            <a:gd name="adj" fmla="val 10000"/>
          </a:avLst>
        </a:prstGeom>
        <a:solidFill>
          <a:schemeClr val="tx2">
            <a:lumMod val="50000"/>
            <a:lumOff val="5000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255" tIns="8255" rIns="8255" bIns="8255" numCol="1" spcCol="1270" anchor="ctr" anchorCtr="0">
          <a:noAutofit/>
        </a:bodyPr>
        <a:lstStyle/>
        <a:p>
          <a:pPr marL="0" lvl="0" indent="0" algn="ctr" defTabSz="577850">
            <a:lnSpc>
              <a:spcPct val="90000"/>
            </a:lnSpc>
            <a:spcBef>
              <a:spcPct val="0"/>
            </a:spcBef>
            <a:spcAft>
              <a:spcPct val="35000"/>
            </a:spcAft>
            <a:buNone/>
          </a:pPr>
          <a:r>
            <a:rPr lang="en-US" sz="1300" kern="1200" dirty="0">
              <a:solidFill>
                <a:schemeClr val="tx1"/>
              </a:solidFill>
            </a:rPr>
            <a:t>&gt;24 </a:t>
          </a:r>
          <a:r>
            <a:rPr lang="en-US" sz="1300" kern="1200" dirty="0" err="1">
              <a:solidFill>
                <a:schemeClr val="tx1"/>
              </a:solidFill>
            </a:rPr>
            <a:t>Hrs</a:t>
          </a:r>
          <a:r>
            <a:rPr lang="en-US" sz="1300" kern="1200" dirty="0">
              <a:solidFill>
                <a:schemeClr val="tx1"/>
              </a:solidFill>
            </a:rPr>
            <a:t> since last dose</a:t>
          </a:r>
        </a:p>
      </dsp:txBody>
      <dsp:txXfrm>
        <a:off x="4847056" y="4236314"/>
        <a:ext cx="1698761" cy="823752"/>
      </dsp:txXfrm>
    </dsp:sp>
    <dsp:sp modelId="{41B12D98-42E7-4D01-8125-E3F46716980E}">
      <dsp:nvSpPr>
        <dsp:cNvPr id="0" name=""/>
        <dsp:cNvSpPr/>
      </dsp:nvSpPr>
      <dsp:spPr>
        <a:xfrm rot="18095">
          <a:off x="6571440" y="4637815"/>
          <a:ext cx="782986" cy="24873"/>
        </a:xfrm>
        <a:custGeom>
          <a:avLst/>
          <a:gdLst/>
          <a:ahLst/>
          <a:cxnLst/>
          <a:rect l="0" t="0" r="0" b="0"/>
          <a:pathLst>
            <a:path>
              <a:moveTo>
                <a:pt x="0" y="12436"/>
              </a:moveTo>
              <a:lnTo>
                <a:pt x="782986" y="12436"/>
              </a:lnTo>
            </a:path>
          </a:pathLst>
        </a:custGeom>
        <a:noFill/>
        <a:ln w="1905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solidFill>
              <a:schemeClr val="tx1"/>
            </a:solidFill>
          </a:endParaRPr>
        </a:p>
      </dsp:txBody>
      <dsp:txXfrm>
        <a:off x="6943359" y="4630677"/>
        <a:ext cx="39149" cy="39149"/>
      </dsp:txXfrm>
    </dsp:sp>
    <dsp:sp modelId="{BD743C42-3293-4686-B7A3-584FD00DA0FF}">
      <dsp:nvSpPr>
        <dsp:cNvPr id="0" name=""/>
        <dsp:cNvSpPr/>
      </dsp:nvSpPr>
      <dsp:spPr>
        <a:xfrm>
          <a:off x="7354421" y="4214808"/>
          <a:ext cx="1750017" cy="875008"/>
        </a:xfrm>
        <a:prstGeom prst="roundRect">
          <a:avLst>
            <a:gd name="adj" fmla="val 10000"/>
          </a:avLst>
        </a:prstGeom>
        <a:solidFill>
          <a:schemeClr val="tx2">
            <a:lumMod val="50000"/>
            <a:lumOff val="5000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255" tIns="8255" rIns="8255" bIns="8255" numCol="1" spcCol="1270" anchor="ctr" anchorCtr="0">
          <a:noAutofit/>
        </a:bodyPr>
        <a:lstStyle/>
        <a:p>
          <a:pPr marL="0" lvl="0" indent="0" algn="ctr" defTabSz="577850">
            <a:lnSpc>
              <a:spcPct val="90000"/>
            </a:lnSpc>
            <a:spcBef>
              <a:spcPct val="0"/>
            </a:spcBef>
            <a:spcAft>
              <a:spcPct val="35000"/>
            </a:spcAft>
            <a:buNone/>
          </a:pPr>
          <a:r>
            <a:rPr lang="en-US" sz="1300" kern="1200" dirty="0">
              <a:solidFill>
                <a:schemeClr val="tx1"/>
              </a:solidFill>
            </a:rPr>
            <a:t>Start BUP maintenance immediately</a:t>
          </a:r>
        </a:p>
      </dsp:txBody>
      <dsp:txXfrm>
        <a:off x="7380049" y="4240436"/>
        <a:ext cx="1698761" cy="823752"/>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F6811E3-3335-4FA9-8D2C-BA2F0EB0BED2}">
      <dsp:nvSpPr>
        <dsp:cNvPr id="0" name=""/>
        <dsp:cNvSpPr/>
      </dsp:nvSpPr>
      <dsp:spPr>
        <a:xfrm>
          <a:off x="185727" y="2435650"/>
          <a:ext cx="2223079" cy="1111539"/>
        </a:xfrm>
        <a:prstGeom prst="roundRect">
          <a:avLst>
            <a:gd name="adj" fmla="val 10000"/>
          </a:avLst>
        </a:prstGeom>
        <a:solidFill>
          <a:schemeClr val="bg1">
            <a:lumMod val="75000"/>
          </a:schemeClr>
        </a:solidFill>
        <a:ln w="19050" cap="flat" cmpd="sng" algn="ctr">
          <a:solidFill>
            <a:schemeClr val="tx1"/>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sz="1600" kern="1200" dirty="0">
              <a:solidFill>
                <a:schemeClr val="tx1"/>
              </a:solidFill>
            </a:rPr>
            <a:t>Person with OUD</a:t>
          </a:r>
        </a:p>
        <a:p>
          <a:pPr marL="0" lvl="0" indent="0" algn="ctr" defTabSz="711200">
            <a:lnSpc>
              <a:spcPct val="90000"/>
            </a:lnSpc>
            <a:spcBef>
              <a:spcPct val="0"/>
            </a:spcBef>
            <a:spcAft>
              <a:spcPct val="35000"/>
            </a:spcAft>
            <a:buNone/>
          </a:pPr>
          <a:r>
            <a:rPr lang="en-US" sz="1600" kern="1200" dirty="0">
              <a:solidFill>
                <a:schemeClr val="tx1"/>
              </a:solidFill>
            </a:rPr>
            <a:t>On Suboxone MAT</a:t>
          </a:r>
        </a:p>
        <a:p>
          <a:pPr marL="0" lvl="0" indent="0" algn="ctr" defTabSz="711200">
            <a:lnSpc>
              <a:spcPct val="90000"/>
            </a:lnSpc>
            <a:spcBef>
              <a:spcPct val="0"/>
            </a:spcBef>
            <a:spcAft>
              <a:spcPct val="35000"/>
            </a:spcAft>
            <a:buNone/>
          </a:pPr>
          <a:r>
            <a:rPr lang="en-US" sz="1600" kern="1200" dirty="0">
              <a:solidFill>
                <a:schemeClr val="tx1"/>
              </a:solidFill>
            </a:rPr>
            <a:t>F/u Appt</a:t>
          </a:r>
        </a:p>
      </dsp:txBody>
      <dsp:txXfrm>
        <a:off x="218283" y="2468206"/>
        <a:ext cx="2157967" cy="1046427"/>
      </dsp:txXfrm>
    </dsp:sp>
    <dsp:sp modelId="{488507C3-1F84-4C5F-9CAF-F7856C5CBD50}">
      <dsp:nvSpPr>
        <dsp:cNvPr id="0" name=""/>
        <dsp:cNvSpPr/>
      </dsp:nvSpPr>
      <dsp:spPr>
        <a:xfrm rot="88845">
          <a:off x="2408772" y="2978250"/>
          <a:ext cx="203457" cy="31596"/>
        </a:xfrm>
        <a:custGeom>
          <a:avLst/>
          <a:gdLst/>
          <a:ahLst/>
          <a:cxnLst/>
          <a:rect l="0" t="0" r="0" b="0"/>
          <a:pathLst>
            <a:path>
              <a:moveTo>
                <a:pt x="0" y="15798"/>
              </a:moveTo>
              <a:lnTo>
                <a:pt x="203457" y="15798"/>
              </a:lnTo>
            </a:path>
          </a:pathLst>
        </a:custGeom>
        <a:noFill/>
        <a:ln w="1905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2505414" y="2988962"/>
        <a:ext cx="10172" cy="10172"/>
      </dsp:txXfrm>
    </dsp:sp>
    <dsp:sp modelId="{56688898-DA44-4F40-B05A-20437144A210}">
      <dsp:nvSpPr>
        <dsp:cNvPr id="0" name=""/>
        <dsp:cNvSpPr/>
      </dsp:nvSpPr>
      <dsp:spPr>
        <a:xfrm>
          <a:off x="2612195" y="2440908"/>
          <a:ext cx="2223079" cy="1111539"/>
        </a:xfrm>
        <a:prstGeom prst="roundRect">
          <a:avLst>
            <a:gd name="adj" fmla="val 10000"/>
          </a:avLst>
        </a:prstGeom>
        <a:solidFill>
          <a:schemeClr val="bg1">
            <a:lumMod val="7500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US" sz="1800" kern="1200" dirty="0">
              <a:solidFill>
                <a:schemeClr val="tx1"/>
              </a:solidFill>
            </a:rPr>
            <a:t>UDS each appt</a:t>
          </a:r>
        </a:p>
      </dsp:txBody>
      <dsp:txXfrm>
        <a:off x="2644751" y="2473464"/>
        <a:ext cx="2157967" cy="1046427"/>
      </dsp:txXfrm>
    </dsp:sp>
    <dsp:sp modelId="{B9C5317A-4517-4631-B3F8-378E38598195}">
      <dsp:nvSpPr>
        <dsp:cNvPr id="0" name=""/>
        <dsp:cNvSpPr/>
      </dsp:nvSpPr>
      <dsp:spPr>
        <a:xfrm rot="18176781">
          <a:off x="4255283" y="1913860"/>
          <a:ext cx="2543004" cy="31596"/>
        </a:xfrm>
        <a:custGeom>
          <a:avLst/>
          <a:gdLst/>
          <a:ahLst/>
          <a:cxnLst/>
          <a:rect l="0" t="0" r="0" b="0"/>
          <a:pathLst>
            <a:path>
              <a:moveTo>
                <a:pt x="0" y="15798"/>
              </a:moveTo>
              <a:lnTo>
                <a:pt x="2543004" y="15798"/>
              </a:lnTo>
            </a:path>
          </a:pathLst>
        </a:custGeom>
        <a:noFill/>
        <a:ln w="1905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400050">
            <a:lnSpc>
              <a:spcPct val="90000"/>
            </a:lnSpc>
            <a:spcBef>
              <a:spcPct val="0"/>
            </a:spcBef>
            <a:spcAft>
              <a:spcPct val="35000"/>
            </a:spcAft>
            <a:buNone/>
          </a:pPr>
          <a:endParaRPr lang="en-US" sz="900" kern="1200"/>
        </a:p>
      </dsp:txBody>
      <dsp:txXfrm>
        <a:off x="5463210" y="1866083"/>
        <a:ext cx="127150" cy="127150"/>
      </dsp:txXfrm>
    </dsp:sp>
    <dsp:sp modelId="{3EBBBE8D-137D-4584-952D-524A1C83AAF5}">
      <dsp:nvSpPr>
        <dsp:cNvPr id="0" name=""/>
        <dsp:cNvSpPr/>
      </dsp:nvSpPr>
      <dsp:spPr>
        <a:xfrm>
          <a:off x="6218296" y="306868"/>
          <a:ext cx="2223079" cy="1111539"/>
        </a:xfrm>
        <a:prstGeom prst="roundRect">
          <a:avLst>
            <a:gd name="adj" fmla="val 10000"/>
          </a:avLst>
        </a:prstGeom>
        <a:solidFill>
          <a:schemeClr val="bg1">
            <a:lumMod val="7500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985" tIns="6985" rIns="6985" bIns="6985" numCol="1" spcCol="1270" anchor="ctr" anchorCtr="0">
          <a:noAutofit/>
        </a:bodyPr>
        <a:lstStyle/>
        <a:p>
          <a:pPr marL="0" lvl="0" indent="0" algn="ctr" defTabSz="488950">
            <a:lnSpc>
              <a:spcPct val="90000"/>
            </a:lnSpc>
            <a:spcBef>
              <a:spcPct val="0"/>
            </a:spcBef>
            <a:spcAft>
              <a:spcPct val="35000"/>
            </a:spcAft>
            <a:buNone/>
          </a:pPr>
          <a:r>
            <a:rPr lang="en-US" sz="1100" kern="1200" dirty="0">
              <a:solidFill>
                <a:schemeClr val="tx1"/>
              </a:solidFill>
            </a:rPr>
            <a:t>Expected: </a:t>
          </a:r>
        </a:p>
        <a:p>
          <a:pPr marL="0" lvl="0" indent="0" algn="ctr" defTabSz="488950">
            <a:lnSpc>
              <a:spcPct val="90000"/>
            </a:lnSpc>
            <a:spcBef>
              <a:spcPct val="0"/>
            </a:spcBef>
            <a:spcAft>
              <a:spcPct val="35000"/>
            </a:spcAft>
            <a:buNone/>
          </a:pPr>
          <a:r>
            <a:rPr lang="en-US" sz="1400" kern="1200" dirty="0">
              <a:solidFill>
                <a:schemeClr val="tx1"/>
              </a:solidFill>
            </a:rPr>
            <a:t>UDS + BUP only</a:t>
          </a:r>
        </a:p>
      </dsp:txBody>
      <dsp:txXfrm>
        <a:off x="6250852" y="339424"/>
        <a:ext cx="2157967" cy="1046427"/>
      </dsp:txXfrm>
    </dsp:sp>
    <dsp:sp modelId="{B5FD1C73-06B6-419B-92DB-0FE8888FA212}">
      <dsp:nvSpPr>
        <dsp:cNvPr id="0" name=""/>
        <dsp:cNvSpPr/>
      </dsp:nvSpPr>
      <dsp:spPr>
        <a:xfrm rot="21594938">
          <a:off x="8441375" y="846306"/>
          <a:ext cx="724635" cy="31596"/>
        </a:xfrm>
        <a:custGeom>
          <a:avLst/>
          <a:gdLst/>
          <a:ahLst/>
          <a:cxnLst/>
          <a:rect l="0" t="0" r="0" b="0"/>
          <a:pathLst>
            <a:path>
              <a:moveTo>
                <a:pt x="0" y="15798"/>
              </a:moveTo>
              <a:lnTo>
                <a:pt x="724635" y="15798"/>
              </a:lnTo>
            </a:path>
          </a:pathLst>
        </a:custGeom>
        <a:noFill/>
        <a:ln w="1905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8785577" y="843989"/>
        <a:ext cx="36231" cy="36231"/>
      </dsp:txXfrm>
    </dsp:sp>
    <dsp:sp modelId="{DAFCCA9E-8F02-42F0-8E7E-BEE247EF2950}">
      <dsp:nvSpPr>
        <dsp:cNvPr id="0" name=""/>
        <dsp:cNvSpPr/>
      </dsp:nvSpPr>
      <dsp:spPr>
        <a:xfrm>
          <a:off x="9166011" y="305801"/>
          <a:ext cx="2223079" cy="1111539"/>
        </a:xfrm>
        <a:prstGeom prst="roundRect">
          <a:avLst>
            <a:gd name="adj" fmla="val 10000"/>
          </a:avLst>
        </a:prstGeom>
        <a:solidFill>
          <a:schemeClr val="bg1">
            <a:lumMod val="7500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en-US" sz="1400" b="1" kern="1200" dirty="0">
              <a:solidFill>
                <a:schemeClr val="tx1"/>
              </a:solidFill>
            </a:rPr>
            <a:t>Continue BUP</a:t>
          </a:r>
        </a:p>
      </dsp:txBody>
      <dsp:txXfrm>
        <a:off x="9198567" y="338357"/>
        <a:ext cx="2157967" cy="1046427"/>
      </dsp:txXfrm>
    </dsp:sp>
    <dsp:sp modelId="{602380B8-24CF-465A-B11D-74F88C5BBA90}">
      <dsp:nvSpPr>
        <dsp:cNvPr id="0" name=""/>
        <dsp:cNvSpPr/>
      </dsp:nvSpPr>
      <dsp:spPr>
        <a:xfrm rot="3480556">
          <a:off x="4203753" y="4119957"/>
          <a:ext cx="2686080" cy="31596"/>
        </a:xfrm>
        <a:custGeom>
          <a:avLst/>
          <a:gdLst/>
          <a:ahLst/>
          <a:cxnLst/>
          <a:rect l="0" t="0" r="0" b="0"/>
          <a:pathLst>
            <a:path>
              <a:moveTo>
                <a:pt x="0" y="15798"/>
              </a:moveTo>
              <a:lnTo>
                <a:pt x="2686080" y="15798"/>
              </a:lnTo>
            </a:path>
          </a:pathLst>
        </a:custGeom>
        <a:noFill/>
        <a:ln w="1905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400050">
            <a:lnSpc>
              <a:spcPct val="90000"/>
            </a:lnSpc>
            <a:spcBef>
              <a:spcPct val="0"/>
            </a:spcBef>
            <a:spcAft>
              <a:spcPct val="35000"/>
            </a:spcAft>
            <a:buNone/>
          </a:pPr>
          <a:endParaRPr lang="en-US" sz="900" kern="1200"/>
        </a:p>
      </dsp:txBody>
      <dsp:txXfrm>
        <a:off x="5479641" y="4068603"/>
        <a:ext cx="134304" cy="134304"/>
      </dsp:txXfrm>
    </dsp:sp>
    <dsp:sp modelId="{0B623FF7-6554-491E-A356-A28266E52234}">
      <dsp:nvSpPr>
        <dsp:cNvPr id="0" name=""/>
        <dsp:cNvSpPr/>
      </dsp:nvSpPr>
      <dsp:spPr>
        <a:xfrm>
          <a:off x="6258312" y="4719064"/>
          <a:ext cx="2223079" cy="1111539"/>
        </a:xfrm>
        <a:prstGeom prst="roundRect">
          <a:avLst>
            <a:gd name="adj" fmla="val 10000"/>
          </a:avLst>
        </a:prstGeom>
        <a:solidFill>
          <a:schemeClr val="accent1">
            <a:lumMod val="60000"/>
            <a:lumOff val="4000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en-US" sz="1400" kern="1200" dirty="0">
              <a:solidFill>
                <a:schemeClr val="tx1"/>
              </a:solidFill>
            </a:rPr>
            <a:t>UDS + For </a:t>
          </a:r>
          <a:r>
            <a:rPr lang="en-US" sz="1400" b="1" u="sng" kern="1200" dirty="0">
              <a:solidFill>
                <a:schemeClr val="tx1"/>
              </a:solidFill>
            </a:rPr>
            <a:t>FENT only</a:t>
          </a:r>
        </a:p>
        <a:p>
          <a:pPr marL="0" lvl="0" indent="0" algn="ctr" defTabSz="622300">
            <a:lnSpc>
              <a:spcPct val="90000"/>
            </a:lnSpc>
            <a:spcBef>
              <a:spcPct val="0"/>
            </a:spcBef>
            <a:spcAft>
              <a:spcPct val="35000"/>
            </a:spcAft>
            <a:buNone/>
          </a:pPr>
          <a:r>
            <a:rPr lang="en-US" sz="1100" kern="1200" dirty="0">
              <a:solidFill>
                <a:schemeClr val="tx1"/>
              </a:solidFill>
            </a:rPr>
            <a:t>(pt not taking BUP: unable to start vs. diversion vs. other)</a:t>
          </a:r>
        </a:p>
      </dsp:txBody>
      <dsp:txXfrm>
        <a:off x="6290868" y="4751620"/>
        <a:ext cx="2157967" cy="1046427"/>
      </dsp:txXfrm>
    </dsp:sp>
    <dsp:sp modelId="{4EEBD886-D6E7-4FFB-B959-5B7C8CD32F95}">
      <dsp:nvSpPr>
        <dsp:cNvPr id="0" name=""/>
        <dsp:cNvSpPr/>
      </dsp:nvSpPr>
      <dsp:spPr>
        <a:xfrm rot="20126359">
          <a:off x="8441366" y="5075161"/>
          <a:ext cx="884737" cy="31596"/>
        </a:xfrm>
        <a:custGeom>
          <a:avLst/>
          <a:gdLst/>
          <a:ahLst/>
          <a:cxnLst/>
          <a:rect l="0" t="0" r="0" b="0"/>
          <a:pathLst>
            <a:path>
              <a:moveTo>
                <a:pt x="0" y="15798"/>
              </a:moveTo>
              <a:lnTo>
                <a:pt x="884737" y="15798"/>
              </a:lnTo>
            </a:path>
          </a:pathLst>
        </a:custGeom>
        <a:noFill/>
        <a:ln w="1905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8861617" y="5068841"/>
        <a:ext cx="44236" cy="44236"/>
      </dsp:txXfrm>
    </dsp:sp>
    <dsp:sp modelId="{EE550348-8B28-42AB-A12A-6698CCEB9F83}">
      <dsp:nvSpPr>
        <dsp:cNvPr id="0" name=""/>
        <dsp:cNvSpPr/>
      </dsp:nvSpPr>
      <dsp:spPr>
        <a:xfrm>
          <a:off x="9286079" y="4351316"/>
          <a:ext cx="2223079" cy="1111539"/>
        </a:xfrm>
        <a:prstGeom prst="roundRect">
          <a:avLst>
            <a:gd name="adj" fmla="val 10000"/>
          </a:avLst>
        </a:prstGeom>
        <a:solidFill>
          <a:schemeClr val="accent1">
            <a:lumMod val="60000"/>
            <a:lumOff val="4000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en-US" sz="1400" kern="1200" dirty="0">
              <a:solidFill>
                <a:schemeClr val="tx1"/>
              </a:solidFill>
            </a:rPr>
            <a:t>Advise pt to wait 24hrs then rapid induction </a:t>
          </a:r>
        </a:p>
        <a:p>
          <a:pPr marL="0" lvl="0" indent="0" algn="ctr" defTabSz="622300">
            <a:lnSpc>
              <a:spcPct val="90000"/>
            </a:lnSpc>
            <a:spcBef>
              <a:spcPct val="0"/>
            </a:spcBef>
            <a:spcAft>
              <a:spcPct val="35000"/>
            </a:spcAft>
            <a:buNone/>
          </a:pPr>
          <a:r>
            <a:rPr lang="en-US" sz="1400" kern="1200" dirty="0">
              <a:solidFill>
                <a:schemeClr val="tx1"/>
              </a:solidFill>
            </a:rPr>
            <a:t>Frequent appt, close f/u</a:t>
          </a:r>
        </a:p>
        <a:p>
          <a:pPr marL="0" lvl="0" indent="0" algn="ctr" defTabSz="622300">
            <a:lnSpc>
              <a:spcPct val="90000"/>
            </a:lnSpc>
            <a:spcBef>
              <a:spcPct val="0"/>
            </a:spcBef>
            <a:spcAft>
              <a:spcPct val="35000"/>
            </a:spcAft>
            <a:buNone/>
          </a:pPr>
          <a:r>
            <a:rPr lang="en-US" sz="1400" kern="1200" dirty="0">
              <a:solidFill>
                <a:schemeClr val="tx1"/>
              </a:solidFill>
            </a:rPr>
            <a:t>Narcan Rx</a:t>
          </a:r>
        </a:p>
      </dsp:txBody>
      <dsp:txXfrm>
        <a:off x="9318635" y="4383872"/>
        <a:ext cx="2157967" cy="1046427"/>
      </dsp:txXfrm>
    </dsp:sp>
    <dsp:sp modelId="{AB660405-BF54-48EF-87C8-FE8F4F001B3F}">
      <dsp:nvSpPr>
        <dsp:cNvPr id="0" name=""/>
        <dsp:cNvSpPr/>
      </dsp:nvSpPr>
      <dsp:spPr>
        <a:xfrm rot="2280796">
          <a:off x="8373644" y="5571837"/>
          <a:ext cx="1015846" cy="31596"/>
        </a:xfrm>
        <a:custGeom>
          <a:avLst/>
          <a:gdLst/>
          <a:ahLst/>
          <a:cxnLst/>
          <a:rect l="0" t="0" r="0" b="0"/>
          <a:pathLst>
            <a:path>
              <a:moveTo>
                <a:pt x="0" y="15798"/>
              </a:moveTo>
              <a:lnTo>
                <a:pt x="1015846" y="15798"/>
              </a:lnTo>
            </a:path>
          </a:pathLst>
        </a:custGeom>
        <a:noFill/>
        <a:ln w="1905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8856171" y="5562239"/>
        <a:ext cx="50792" cy="50792"/>
      </dsp:txXfrm>
    </dsp:sp>
    <dsp:sp modelId="{D97A07BE-3E10-4703-9845-1B9A0CF7FA66}">
      <dsp:nvSpPr>
        <dsp:cNvPr id="0" name=""/>
        <dsp:cNvSpPr/>
      </dsp:nvSpPr>
      <dsp:spPr>
        <a:xfrm>
          <a:off x="9281744" y="5468653"/>
          <a:ext cx="2223079" cy="863566"/>
        </a:xfrm>
        <a:prstGeom prst="roundRect">
          <a:avLst>
            <a:gd name="adj" fmla="val 10000"/>
          </a:avLst>
        </a:prstGeom>
        <a:solidFill>
          <a:schemeClr val="accent1">
            <a:lumMod val="60000"/>
            <a:lumOff val="4000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en-US" sz="1400" kern="1200" dirty="0">
              <a:solidFill>
                <a:schemeClr val="tx1"/>
              </a:solidFill>
            </a:rPr>
            <a:t>Consider HLOC </a:t>
          </a:r>
        </a:p>
        <a:p>
          <a:pPr marL="0" lvl="0" indent="0" algn="ctr" defTabSz="622300">
            <a:lnSpc>
              <a:spcPct val="90000"/>
            </a:lnSpc>
            <a:spcBef>
              <a:spcPct val="0"/>
            </a:spcBef>
            <a:spcAft>
              <a:spcPct val="35000"/>
            </a:spcAft>
            <a:buNone/>
          </a:pPr>
          <a:r>
            <a:rPr lang="en-US" sz="1400" kern="1200" dirty="0">
              <a:solidFill>
                <a:schemeClr val="tx1"/>
              </a:solidFill>
            </a:rPr>
            <a:t>(inpatient detox)</a:t>
          </a:r>
        </a:p>
      </dsp:txBody>
      <dsp:txXfrm>
        <a:off x="9307037" y="5493946"/>
        <a:ext cx="2172493" cy="812980"/>
      </dsp:txXfrm>
    </dsp:sp>
    <dsp:sp modelId="{B3187DC3-9ABF-480D-A881-B634E1E8DEB3}">
      <dsp:nvSpPr>
        <dsp:cNvPr id="0" name=""/>
        <dsp:cNvSpPr/>
      </dsp:nvSpPr>
      <dsp:spPr>
        <a:xfrm rot="19868407">
          <a:off x="4739272" y="2607783"/>
          <a:ext cx="1545971" cy="31596"/>
        </a:xfrm>
        <a:custGeom>
          <a:avLst/>
          <a:gdLst/>
          <a:ahLst/>
          <a:cxnLst/>
          <a:rect l="0" t="0" r="0" b="0"/>
          <a:pathLst>
            <a:path>
              <a:moveTo>
                <a:pt x="0" y="15798"/>
              </a:moveTo>
              <a:lnTo>
                <a:pt x="1545971" y="15798"/>
              </a:lnTo>
            </a:path>
          </a:pathLst>
        </a:custGeom>
        <a:noFill/>
        <a:ln w="1905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5473608" y="2584932"/>
        <a:ext cx="77298" cy="77298"/>
      </dsp:txXfrm>
    </dsp:sp>
    <dsp:sp modelId="{F9F406CE-C358-42D4-8F61-A0F08DE3E4C0}">
      <dsp:nvSpPr>
        <dsp:cNvPr id="0" name=""/>
        <dsp:cNvSpPr/>
      </dsp:nvSpPr>
      <dsp:spPr>
        <a:xfrm>
          <a:off x="6189241" y="1694715"/>
          <a:ext cx="2223079" cy="1111539"/>
        </a:xfrm>
        <a:prstGeom prst="roundRect">
          <a:avLst>
            <a:gd name="adj" fmla="val 10000"/>
          </a:avLst>
        </a:prstGeom>
        <a:solidFill>
          <a:schemeClr val="accent5">
            <a:lumMod val="40000"/>
            <a:lumOff val="60000"/>
          </a:schemeClr>
        </a:solid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en-US" sz="1400" kern="1200" dirty="0">
              <a:solidFill>
                <a:schemeClr val="tx1"/>
              </a:solidFill>
            </a:rPr>
            <a:t>UDS + for BUP and </a:t>
          </a:r>
          <a:r>
            <a:rPr lang="en-US" sz="1400" b="1" u="sng" kern="1200" dirty="0">
              <a:solidFill>
                <a:schemeClr val="tx1"/>
              </a:solidFill>
            </a:rPr>
            <a:t>MET</a:t>
          </a:r>
        </a:p>
        <a:p>
          <a:pPr marL="0" lvl="0" indent="0" algn="ctr" defTabSz="622300">
            <a:lnSpc>
              <a:spcPct val="90000"/>
            </a:lnSpc>
            <a:spcBef>
              <a:spcPct val="0"/>
            </a:spcBef>
            <a:spcAft>
              <a:spcPct val="35000"/>
            </a:spcAft>
            <a:buNone/>
          </a:pPr>
          <a:r>
            <a:rPr lang="en-US" sz="1400" b="0" u="none" kern="1200" dirty="0">
              <a:solidFill>
                <a:schemeClr val="tx1"/>
              </a:solidFill>
            </a:rPr>
            <a:t>(methamphetamine use)</a:t>
          </a:r>
        </a:p>
      </dsp:txBody>
      <dsp:txXfrm>
        <a:off x="6221797" y="1727271"/>
        <a:ext cx="2157967" cy="1046427"/>
      </dsp:txXfrm>
    </dsp:sp>
    <dsp:sp modelId="{E0B40188-6209-4C42-8E38-3776E8AB96D1}">
      <dsp:nvSpPr>
        <dsp:cNvPr id="0" name=""/>
        <dsp:cNvSpPr/>
      </dsp:nvSpPr>
      <dsp:spPr>
        <a:xfrm rot="21585194">
          <a:off x="8412316" y="2232996"/>
          <a:ext cx="784576" cy="31596"/>
        </a:xfrm>
        <a:custGeom>
          <a:avLst/>
          <a:gdLst/>
          <a:ahLst/>
          <a:cxnLst/>
          <a:rect l="0" t="0" r="0" b="0"/>
          <a:pathLst>
            <a:path>
              <a:moveTo>
                <a:pt x="0" y="15798"/>
              </a:moveTo>
              <a:lnTo>
                <a:pt x="784576" y="15798"/>
              </a:lnTo>
            </a:path>
          </a:pathLst>
        </a:custGeom>
        <a:noFill/>
        <a:ln w="1905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8784990" y="2229180"/>
        <a:ext cx="39228" cy="39228"/>
      </dsp:txXfrm>
    </dsp:sp>
    <dsp:sp modelId="{593EF8A3-0F94-4D6F-8A51-849A842232FC}">
      <dsp:nvSpPr>
        <dsp:cNvPr id="0" name=""/>
        <dsp:cNvSpPr/>
      </dsp:nvSpPr>
      <dsp:spPr>
        <a:xfrm>
          <a:off x="9196889" y="1691335"/>
          <a:ext cx="2223079" cy="1111539"/>
        </a:xfrm>
        <a:prstGeom prst="roundRect">
          <a:avLst>
            <a:gd name="adj" fmla="val 10000"/>
          </a:avLst>
        </a:prstGeom>
        <a:solidFill>
          <a:schemeClr val="accent5">
            <a:lumMod val="40000"/>
            <a:lumOff val="6000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en-US" sz="1400" b="1" kern="1200" dirty="0">
              <a:solidFill>
                <a:schemeClr val="tx1"/>
              </a:solidFill>
            </a:rPr>
            <a:t>Continue BUP</a:t>
          </a:r>
        </a:p>
        <a:p>
          <a:pPr marL="0" lvl="0" indent="0" algn="ctr" defTabSz="622300">
            <a:lnSpc>
              <a:spcPct val="90000"/>
            </a:lnSpc>
            <a:spcBef>
              <a:spcPct val="0"/>
            </a:spcBef>
            <a:spcAft>
              <a:spcPct val="35000"/>
            </a:spcAft>
            <a:buNone/>
          </a:pPr>
          <a:r>
            <a:rPr lang="en-US" sz="1100" kern="1200" dirty="0">
              <a:solidFill>
                <a:schemeClr val="tx1"/>
              </a:solidFill>
            </a:rPr>
            <a:t>Consider Wellbutrin if meth cravings</a:t>
          </a:r>
        </a:p>
        <a:p>
          <a:pPr marL="0" lvl="0" indent="0" algn="ctr" defTabSz="622300">
            <a:lnSpc>
              <a:spcPct val="90000"/>
            </a:lnSpc>
            <a:spcBef>
              <a:spcPct val="0"/>
            </a:spcBef>
            <a:spcAft>
              <a:spcPct val="35000"/>
            </a:spcAft>
            <a:buNone/>
          </a:pPr>
          <a:r>
            <a:rPr lang="en-US" sz="1100" kern="1200" dirty="0">
              <a:solidFill>
                <a:schemeClr val="tx1"/>
              </a:solidFill>
            </a:rPr>
            <a:t>Freq appts while using meth</a:t>
          </a:r>
        </a:p>
      </dsp:txBody>
      <dsp:txXfrm>
        <a:off x="9229445" y="1723891"/>
        <a:ext cx="2157967" cy="1046427"/>
      </dsp:txXfrm>
    </dsp:sp>
    <dsp:sp modelId="{D99C7239-B1BC-4DD1-BEE4-C1419F17E521}">
      <dsp:nvSpPr>
        <dsp:cNvPr id="0" name=""/>
        <dsp:cNvSpPr/>
      </dsp:nvSpPr>
      <dsp:spPr>
        <a:xfrm rot="1299215">
          <a:off x="4783348" y="3252398"/>
          <a:ext cx="1471669" cy="31596"/>
        </a:xfrm>
        <a:custGeom>
          <a:avLst/>
          <a:gdLst/>
          <a:ahLst/>
          <a:cxnLst/>
          <a:rect l="0" t="0" r="0" b="0"/>
          <a:pathLst>
            <a:path>
              <a:moveTo>
                <a:pt x="0" y="15798"/>
              </a:moveTo>
              <a:lnTo>
                <a:pt x="1471669" y="15798"/>
              </a:lnTo>
            </a:path>
          </a:pathLst>
        </a:custGeom>
        <a:noFill/>
        <a:ln w="1905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5482391" y="3231404"/>
        <a:ext cx="73583" cy="73583"/>
      </dsp:txXfrm>
    </dsp:sp>
    <dsp:sp modelId="{4C84E876-D9DE-4702-BC52-953C0B487E35}">
      <dsp:nvSpPr>
        <dsp:cNvPr id="0" name=""/>
        <dsp:cNvSpPr/>
      </dsp:nvSpPr>
      <dsp:spPr>
        <a:xfrm>
          <a:off x="6203091" y="2983945"/>
          <a:ext cx="2223079" cy="1111539"/>
        </a:xfrm>
        <a:prstGeom prst="roundRect">
          <a:avLst>
            <a:gd name="adj" fmla="val 10000"/>
          </a:avLst>
        </a:prstGeom>
        <a:solidFill>
          <a:schemeClr val="accent3">
            <a:lumMod val="60000"/>
            <a:lumOff val="4000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en-US" sz="1400" kern="1200" dirty="0">
              <a:solidFill>
                <a:schemeClr val="tx1"/>
              </a:solidFill>
            </a:rPr>
            <a:t>UDS + for BUP and </a:t>
          </a:r>
          <a:r>
            <a:rPr lang="en-US" sz="1400" b="1" u="sng" kern="1200" dirty="0">
              <a:solidFill>
                <a:schemeClr val="tx1"/>
              </a:solidFill>
            </a:rPr>
            <a:t>FENT</a:t>
          </a:r>
        </a:p>
        <a:p>
          <a:pPr marL="0" lvl="0" indent="0" algn="ctr" defTabSz="622300">
            <a:lnSpc>
              <a:spcPct val="90000"/>
            </a:lnSpc>
            <a:spcBef>
              <a:spcPct val="0"/>
            </a:spcBef>
            <a:spcAft>
              <a:spcPct val="35000"/>
            </a:spcAft>
            <a:buNone/>
          </a:pPr>
          <a:r>
            <a:rPr lang="en-US" sz="1400" b="0" u="none" kern="1200" dirty="0">
              <a:solidFill>
                <a:schemeClr val="tx1"/>
              </a:solidFill>
            </a:rPr>
            <a:t>(Ongoing opioid use)</a:t>
          </a:r>
        </a:p>
      </dsp:txBody>
      <dsp:txXfrm>
        <a:off x="6235647" y="3016501"/>
        <a:ext cx="2157967" cy="1046427"/>
      </dsp:txXfrm>
    </dsp:sp>
    <dsp:sp modelId="{CEC05133-3DDD-4398-9939-E61A8799317B}">
      <dsp:nvSpPr>
        <dsp:cNvPr id="0" name=""/>
        <dsp:cNvSpPr/>
      </dsp:nvSpPr>
      <dsp:spPr>
        <a:xfrm rot="46">
          <a:off x="8426170" y="3523922"/>
          <a:ext cx="829541" cy="31596"/>
        </a:xfrm>
        <a:custGeom>
          <a:avLst/>
          <a:gdLst/>
          <a:ahLst/>
          <a:cxnLst/>
          <a:rect l="0" t="0" r="0" b="0"/>
          <a:pathLst>
            <a:path>
              <a:moveTo>
                <a:pt x="0" y="15798"/>
              </a:moveTo>
              <a:lnTo>
                <a:pt x="829541" y="15798"/>
              </a:lnTo>
            </a:path>
          </a:pathLst>
        </a:custGeom>
        <a:noFill/>
        <a:ln w="1905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8820202" y="3518982"/>
        <a:ext cx="41477" cy="41477"/>
      </dsp:txXfrm>
    </dsp:sp>
    <dsp:sp modelId="{70F5343B-457F-4751-AF50-037244A56605}">
      <dsp:nvSpPr>
        <dsp:cNvPr id="0" name=""/>
        <dsp:cNvSpPr/>
      </dsp:nvSpPr>
      <dsp:spPr>
        <a:xfrm>
          <a:off x="9255712" y="2983956"/>
          <a:ext cx="2223079" cy="1111539"/>
        </a:xfrm>
        <a:prstGeom prst="roundRect">
          <a:avLst>
            <a:gd name="adj" fmla="val 10000"/>
          </a:avLst>
        </a:prstGeom>
        <a:solidFill>
          <a:schemeClr val="accent3">
            <a:lumMod val="60000"/>
            <a:lumOff val="4000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en-US" sz="1400" b="1" kern="1200" dirty="0">
              <a:solidFill>
                <a:schemeClr val="tx1"/>
              </a:solidFill>
            </a:rPr>
            <a:t>Continue BUP</a:t>
          </a:r>
        </a:p>
        <a:p>
          <a:pPr marL="0" lvl="0" indent="0" algn="ctr" defTabSz="622300">
            <a:lnSpc>
              <a:spcPct val="90000"/>
            </a:lnSpc>
            <a:spcBef>
              <a:spcPct val="0"/>
            </a:spcBef>
            <a:spcAft>
              <a:spcPct val="35000"/>
            </a:spcAft>
            <a:buNone/>
          </a:pPr>
          <a:r>
            <a:rPr lang="en-US" sz="1100" kern="1200" dirty="0">
              <a:solidFill>
                <a:schemeClr val="tx1"/>
              </a:solidFill>
            </a:rPr>
            <a:t>Consider dose increase if ongoing opioid cravings</a:t>
          </a:r>
        </a:p>
        <a:p>
          <a:pPr marL="0" lvl="0" indent="0" algn="ctr" defTabSz="622300">
            <a:lnSpc>
              <a:spcPct val="90000"/>
            </a:lnSpc>
            <a:spcBef>
              <a:spcPct val="0"/>
            </a:spcBef>
            <a:spcAft>
              <a:spcPct val="35000"/>
            </a:spcAft>
            <a:buNone/>
          </a:pPr>
          <a:r>
            <a:rPr lang="en-US" sz="1100" kern="1200" dirty="0">
              <a:solidFill>
                <a:schemeClr val="tx1"/>
              </a:solidFill>
            </a:rPr>
            <a:t>Frequent appt, close f/u</a:t>
          </a:r>
        </a:p>
        <a:p>
          <a:pPr marL="0" lvl="0" indent="0" algn="ctr" defTabSz="622300">
            <a:lnSpc>
              <a:spcPct val="90000"/>
            </a:lnSpc>
            <a:spcBef>
              <a:spcPct val="0"/>
            </a:spcBef>
            <a:spcAft>
              <a:spcPct val="35000"/>
            </a:spcAft>
            <a:buNone/>
          </a:pPr>
          <a:r>
            <a:rPr lang="en-US" sz="1100" kern="1200" dirty="0">
              <a:solidFill>
                <a:schemeClr val="tx1"/>
              </a:solidFill>
            </a:rPr>
            <a:t>Narcan Rx</a:t>
          </a:r>
        </a:p>
      </dsp:txBody>
      <dsp:txXfrm>
        <a:off x="9288268" y="3016512"/>
        <a:ext cx="2157967" cy="1046427"/>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664A911-E8C9-F445-8FD7-4CD45043FFB7}">
      <dsp:nvSpPr>
        <dsp:cNvPr id="0" name=""/>
        <dsp:cNvSpPr/>
      </dsp:nvSpPr>
      <dsp:spPr>
        <a:xfrm>
          <a:off x="1340697" y="1399"/>
          <a:ext cx="2535869" cy="1014347"/>
        </a:xfrm>
        <a:prstGeom prst="chevron">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0480" tIns="15240" rIns="0" bIns="15240" numCol="1" spcCol="1270" anchor="ctr" anchorCtr="0">
          <a:noAutofit/>
        </a:bodyPr>
        <a:lstStyle/>
        <a:p>
          <a:pPr marL="0" lvl="0" indent="0" algn="ctr" defTabSz="1066800">
            <a:lnSpc>
              <a:spcPct val="90000"/>
            </a:lnSpc>
            <a:spcBef>
              <a:spcPct val="0"/>
            </a:spcBef>
            <a:spcAft>
              <a:spcPct val="35000"/>
            </a:spcAft>
            <a:buNone/>
          </a:pPr>
          <a:r>
            <a:rPr lang="en-US" sz="2400" kern="1200" dirty="0"/>
            <a:t>BUP +</a:t>
          </a:r>
        </a:p>
      </dsp:txBody>
      <dsp:txXfrm>
        <a:off x="1847871" y="1399"/>
        <a:ext cx="1521522" cy="1014347"/>
      </dsp:txXfrm>
    </dsp:sp>
    <dsp:sp modelId="{4432F386-8DD6-8E4C-A4D6-2EFD7F9F23C6}">
      <dsp:nvSpPr>
        <dsp:cNvPr id="0" name=""/>
        <dsp:cNvSpPr/>
      </dsp:nvSpPr>
      <dsp:spPr>
        <a:xfrm>
          <a:off x="3546903" y="87618"/>
          <a:ext cx="2104771" cy="841908"/>
        </a:xfrm>
        <a:prstGeom prst="chevron">
          <a:avLst/>
        </a:prstGeom>
        <a:solidFill>
          <a:schemeClr val="accent6">
            <a:alpha val="90000"/>
          </a:schemeClr>
        </a:solidFill>
        <a:ln w="1905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5240" tIns="7620" rIns="0" bIns="7620" numCol="1" spcCol="1270" anchor="ctr" anchorCtr="0">
          <a:noAutofit/>
        </a:bodyPr>
        <a:lstStyle/>
        <a:p>
          <a:pPr marL="0" lvl="0" indent="0" algn="ctr" defTabSz="533400">
            <a:lnSpc>
              <a:spcPct val="90000"/>
            </a:lnSpc>
            <a:spcBef>
              <a:spcPct val="0"/>
            </a:spcBef>
            <a:spcAft>
              <a:spcPct val="35000"/>
            </a:spcAft>
            <a:buNone/>
          </a:pPr>
          <a:r>
            <a:rPr lang="en-US" sz="1200" kern="1200" dirty="0"/>
            <a:t>Appropriate</a:t>
          </a:r>
        </a:p>
      </dsp:txBody>
      <dsp:txXfrm>
        <a:off x="3967857" y="87618"/>
        <a:ext cx="1262863" cy="841908"/>
      </dsp:txXfrm>
    </dsp:sp>
    <dsp:sp modelId="{777A2FD2-6FF4-E042-82C2-D1DCAB78ABDC}">
      <dsp:nvSpPr>
        <dsp:cNvPr id="0" name=""/>
        <dsp:cNvSpPr/>
      </dsp:nvSpPr>
      <dsp:spPr>
        <a:xfrm>
          <a:off x="1340697" y="1157755"/>
          <a:ext cx="2535869" cy="1014347"/>
        </a:xfrm>
        <a:prstGeom prst="chevron">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0480" tIns="15240" rIns="0" bIns="15240" numCol="1" spcCol="1270" anchor="ctr" anchorCtr="0">
          <a:noAutofit/>
        </a:bodyPr>
        <a:lstStyle/>
        <a:p>
          <a:pPr marL="0" lvl="0" indent="0" algn="ctr" defTabSz="1066800">
            <a:lnSpc>
              <a:spcPct val="90000"/>
            </a:lnSpc>
            <a:spcBef>
              <a:spcPct val="0"/>
            </a:spcBef>
            <a:spcAft>
              <a:spcPct val="35000"/>
            </a:spcAft>
            <a:buNone/>
          </a:pPr>
          <a:r>
            <a:rPr lang="en-US" sz="2400" kern="1200" dirty="0"/>
            <a:t>BUP -</a:t>
          </a:r>
        </a:p>
      </dsp:txBody>
      <dsp:txXfrm>
        <a:off x="1847871" y="1157755"/>
        <a:ext cx="1521522" cy="1014347"/>
      </dsp:txXfrm>
    </dsp:sp>
    <dsp:sp modelId="{AD6827F5-EF72-1940-848A-A9C1E124DBA2}">
      <dsp:nvSpPr>
        <dsp:cNvPr id="0" name=""/>
        <dsp:cNvSpPr/>
      </dsp:nvSpPr>
      <dsp:spPr>
        <a:xfrm>
          <a:off x="3546903" y="1243975"/>
          <a:ext cx="2104771" cy="841908"/>
        </a:xfrm>
        <a:prstGeom prst="chevron">
          <a:avLst/>
        </a:prstGeom>
        <a:solidFill>
          <a:schemeClr val="accent2">
            <a:lumMod val="60000"/>
            <a:lumOff val="40000"/>
            <a:alpha val="90000"/>
          </a:schemeClr>
        </a:solidFill>
        <a:ln w="1905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5240" tIns="7620" rIns="0" bIns="7620" numCol="1" spcCol="1270" anchor="ctr" anchorCtr="0">
          <a:noAutofit/>
        </a:bodyPr>
        <a:lstStyle/>
        <a:p>
          <a:pPr marL="0" lvl="0" indent="0" algn="ctr" defTabSz="533400">
            <a:lnSpc>
              <a:spcPct val="90000"/>
            </a:lnSpc>
            <a:spcBef>
              <a:spcPct val="0"/>
            </a:spcBef>
            <a:spcAft>
              <a:spcPct val="35000"/>
            </a:spcAft>
            <a:buNone/>
          </a:pPr>
          <a:r>
            <a:rPr lang="en-US" sz="1200" kern="1200" dirty="0"/>
            <a:t>Not taking prescribed suboxone</a:t>
          </a:r>
        </a:p>
      </dsp:txBody>
      <dsp:txXfrm>
        <a:off x="3967857" y="1243975"/>
        <a:ext cx="1262863" cy="841908"/>
      </dsp:txXfrm>
    </dsp:sp>
    <dsp:sp modelId="{5D1E573F-6ED5-EF4B-9808-E9902395D887}">
      <dsp:nvSpPr>
        <dsp:cNvPr id="0" name=""/>
        <dsp:cNvSpPr/>
      </dsp:nvSpPr>
      <dsp:spPr>
        <a:xfrm>
          <a:off x="5357007" y="1243975"/>
          <a:ext cx="2104771" cy="841908"/>
        </a:xfrm>
        <a:prstGeom prst="chevron">
          <a:avLst/>
        </a:prstGeom>
        <a:solidFill>
          <a:schemeClr val="accent1">
            <a:alpha val="90000"/>
            <a:tint val="40000"/>
            <a:hueOff val="0"/>
            <a:satOff val="0"/>
            <a:lumOff val="0"/>
            <a:alphaOff val="0"/>
          </a:schemeClr>
        </a:solidFill>
        <a:ln w="1905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5240" tIns="7620" rIns="0" bIns="7620" numCol="1" spcCol="1270" anchor="ctr" anchorCtr="0">
          <a:noAutofit/>
        </a:bodyPr>
        <a:lstStyle/>
        <a:p>
          <a:pPr marL="0" lvl="0" indent="0" algn="ctr" defTabSz="533400">
            <a:lnSpc>
              <a:spcPct val="90000"/>
            </a:lnSpc>
            <a:spcBef>
              <a:spcPct val="0"/>
            </a:spcBef>
            <a:spcAft>
              <a:spcPct val="35000"/>
            </a:spcAft>
            <a:buNone/>
          </a:pPr>
          <a:r>
            <a:rPr lang="en-US" sz="1200" kern="1200" dirty="0"/>
            <a:t>Concern for diversion</a:t>
          </a:r>
        </a:p>
      </dsp:txBody>
      <dsp:txXfrm>
        <a:off x="5777961" y="1243975"/>
        <a:ext cx="1262863" cy="841908"/>
      </dsp:txXfrm>
    </dsp:sp>
    <dsp:sp modelId="{238A6DD2-6D1E-354E-A78F-0F9CF8F2DCEE}">
      <dsp:nvSpPr>
        <dsp:cNvPr id="0" name=""/>
        <dsp:cNvSpPr/>
      </dsp:nvSpPr>
      <dsp:spPr>
        <a:xfrm>
          <a:off x="1340697" y="2314112"/>
          <a:ext cx="2535869" cy="1014347"/>
        </a:xfrm>
        <a:prstGeom prst="chevron">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0480" tIns="15240" rIns="0" bIns="15240" numCol="1" spcCol="1270" anchor="ctr" anchorCtr="0">
          <a:noAutofit/>
        </a:bodyPr>
        <a:lstStyle/>
        <a:p>
          <a:pPr marL="0" lvl="0" indent="0" algn="ctr" defTabSz="1066800">
            <a:lnSpc>
              <a:spcPct val="90000"/>
            </a:lnSpc>
            <a:spcBef>
              <a:spcPct val="0"/>
            </a:spcBef>
            <a:spcAft>
              <a:spcPct val="35000"/>
            </a:spcAft>
            <a:buNone/>
          </a:pPr>
          <a:r>
            <a:rPr lang="en-US" sz="2400" kern="1200" dirty="0"/>
            <a:t>BUP+, MET/COC+</a:t>
          </a:r>
        </a:p>
      </dsp:txBody>
      <dsp:txXfrm>
        <a:off x="1847871" y="2314112"/>
        <a:ext cx="1521522" cy="1014347"/>
      </dsp:txXfrm>
    </dsp:sp>
    <dsp:sp modelId="{0E735CC5-9213-394A-8DBB-F3FD7D841ADA}">
      <dsp:nvSpPr>
        <dsp:cNvPr id="0" name=""/>
        <dsp:cNvSpPr/>
      </dsp:nvSpPr>
      <dsp:spPr>
        <a:xfrm>
          <a:off x="3546903" y="2400332"/>
          <a:ext cx="2104771" cy="841908"/>
        </a:xfrm>
        <a:prstGeom prst="chevron">
          <a:avLst/>
        </a:prstGeom>
        <a:solidFill>
          <a:schemeClr val="accent2">
            <a:lumMod val="60000"/>
            <a:lumOff val="40000"/>
            <a:alpha val="90000"/>
          </a:schemeClr>
        </a:solidFill>
        <a:ln w="1905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5240" tIns="7620" rIns="0" bIns="7620" numCol="1" spcCol="1270" anchor="ctr" anchorCtr="0">
          <a:noAutofit/>
        </a:bodyPr>
        <a:lstStyle/>
        <a:p>
          <a:pPr marL="0" lvl="0" indent="0" algn="ctr" defTabSz="533400">
            <a:lnSpc>
              <a:spcPct val="90000"/>
            </a:lnSpc>
            <a:spcBef>
              <a:spcPct val="0"/>
            </a:spcBef>
            <a:spcAft>
              <a:spcPct val="35000"/>
            </a:spcAft>
            <a:buNone/>
          </a:pPr>
          <a:r>
            <a:rPr lang="en-US" sz="1200" kern="1200" dirty="0"/>
            <a:t>Taking Suboxone and using stimulant</a:t>
          </a:r>
        </a:p>
      </dsp:txBody>
      <dsp:txXfrm>
        <a:off x="3967857" y="2400332"/>
        <a:ext cx="1262863" cy="841908"/>
      </dsp:txXfrm>
    </dsp:sp>
    <dsp:sp modelId="{5A71FFCC-5195-274E-A851-6DE0214B61AF}">
      <dsp:nvSpPr>
        <dsp:cNvPr id="0" name=""/>
        <dsp:cNvSpPr/>
      </dsp:nvSpPr>
      <dsp:spPr>
        <a:xfrm>
          <a:off x="5357007" y="2400332"/>
          <a:ext cx="2104771" cy="841908"/>
        </a:xfrm>
        <a:prstGeom prst="chevron">
          <a:avLst/>
        </a:prstGeom>
        <a:solidFill>
          <a:schemeClr val="accent1">
            <a:alpha val="90000"/>
            <a:tint val="40000"/>
            <a:hueOff val="0"/>
            <a:satOff val="0"/>
            <a:lumOff val="0"/>
            <a:alphaOff val="0"/>
          </a:schemeClr>
        </a:solidFill>
        <a:ln w="1905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5240" tIns="7620" rIns="0" bIns="7620" numCol="1" spcCol="1270" anchor="ctr" anchorCtr="0">
          <a:noAutofit/>
        </a:bodyPr>
        <a:lstStyle/>
        <a:p>
          <a:pPr marL="0" lvl="0" indent="0" algn="ctr" defTabSz="533400">
            <a:lnSpc>
              <a:spcPct val="90000"/>
            </a:lnSpc>
            <a:spcBef>
              <a:spcPct val="0"/>
            </a:spcBef>
            <a:spcAft>
              <a:spcPct val="35000"/>
            </a:spcAft>
            <a:buNone/>
          </a:pPr>
          <a:r>
            <a:rPr lang="en-US" sz="1200" kern="1200" dirty="0"/>
            <a:t>Continue suboxone for OUD and address stimulant use</a:t>
          </a:r>
        </a:p>
      </dsp:txBody>
      <dsp:txXfrm>
        <a:off x="5777961" y="2400332"/>
        <a:ext cx="1262863" cy="841908"/>
      </dsp:txXfrm>
    </dsp:sp>
    <dsp:sp modelId="{12F40203-E4BE-BA4D-BAD9-7FAB09A34568}">
      <dsp:nvSpPr>
        <dsp:cNvPr id="0" name=""/>
        <dsp:cNvSpPr/>
      </dsp:nvSpPr>
      <dsp:spPr>
        <a:xfrm>
          <a:off x="1340697" y="3470469"/>
          <a:ext cx="2535869" cy="1014347"/>
        </a:xfrm>
        <a:prstGeom prst="chevron">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0480" tIns="15240" rIns="0" bIns="15240" numCol="1" spcCol="1270" anchor="ctr" anchorCtr="0">
          <a:noAutofit/>
        </a:bodyPr>
        <a:lstStyle/>
        <a:p>
          <a:pPr marL="0" lvl="0" indent="0" algn="ctr" defTabSz="1066800">
            <a:lnSpc>
              <a:spcPct val="90000"/>
            </a:lnSpc>
            <a:spcBef>
              <a:spcPct val="0"/>
            </a:spcBef>
            <a:spcAft>
              <a:spcPct val="35000"/>
            </a:spcAft>
            <a:buNone/>
          </a:pPr>
          <a:r>
            <a:rPr lang="en-US" sz="2400" kern="1200" dirty="0"/>
            <a:t>BUP+, FENT*+</a:t>
          </a:r>
        </a:p>
      </dsp:txBody>
      <dsp:txXfrm>
        <a:off x="1847871" y="3470469"/>
        <a:ext cx="1521522" cy="1014347"/>
      </dsp:txXfrm>
    </dsp:sp>
    <dsp:sp modelId="{D186001C-19E3-8046-A4C3-EE67CEDC4A6A}">
      <dsp:nvSpPr>
        <dsp:cNvPr id="0" name=""/>
        <dsp:cNvSpPr/>
      </dsp:nvSpPr>
      <dsp:spPr>
        <a:xfrm>
          <a:off x="3546903" y="3556688"/>
          <a:ext cx="2104771" cy="841908"/>
        </a:xfrm>
        <a:prstGeom prst="chevron">
          <a:avLst/>
        </a:prstGeom>
        <a:solidFill>
          <a:schemeClr val="accent2">
            <a:lumMod val="60000"/>
            <a:lumOff val="40000"/>
            <a:alpha val="90000"/>
          </a:schemeClr>
        </a:solidFill>
        <a:ln w="1905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5240" tIns="7620" rIns="0" bIns="7620" numCol="1" spcCol="1270" anchor="ctr" anchorCtr="0">
          <a:noAutofit/>
        </a:bodyPr>
        <a:lstStyle/>
        <a:p>
          <a:pPr marL="0" lvl="0" indent="0" algn="ctr" defTabSz="533400">
            <a:lnSpc>
              <a:spcPct val="90000"/>
            </a:lnSpc>
            <a:spcBef>
              <a:spcPct val="0"/>
            </a:spcBef>
            <a:spcAft>
              <a:spcPct val="35000"/>
            </a:spcAft>
            <a:buNone/>
          </a:pPr>
          <a:r>
            <a:rPr lang="en-US" sz="1200" kern="1200" dirty="0"/>
            <a:t>Taking Suboxone and continued opioid use</a:t>
          </a:r>
        </a:p>
      </dsp:txBody>
      <dsp:txXfrm>
        <a:off x="3967857" y="3556688"/>
        <a:ext cx="1262863" cy="841908"/>
      </dsp:txXfrm>
    </dsp:sp>
    <dsp:sp modelId="{6DEBBC21-D8F2-9443-BA57-745150A5DAA0}">
      <dsp:nvSpPr>
        <dsp:cNvPr id="0" name=""/>
        <dsp:cNvSpPr/>
      </dsp:nvSpPr>
      <dsp:spPr>
        <a:xfrm>
          <a:off x="5357007" y="3556688"/>
          <a:ext cx="2104771" cy="841908"/>
        </a:xfrm>
        <a:prstGeom prst="chevron">
          <a:avLst/>
        </a:prstGeom>
        <a:solidFill>
          <a:schemeClr val="accent1">
            <a:alpha val="90000"/>
            <a:tint val="40000"/>
            <a:hueOff val="0"/>
            <a:satOff val="0"/>
            <a:lumOff val="0"/>
            <a:alphaOff val="0"/>
          </a:schemeClr>
        </a:solidFill>
        <a:ln w="1905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5240" tIns="7620" rIns="0" bIns="7620" numCol="1" spcCol="1270" anchor="ctr" anchorCtr="0">
          <a:noAutofit/>
        </a:bodyPr>
        <a:lstStyle/>
        <a:p>
          <a:pPr marL="0" lvl="0" indent="0" algn="ctr" defTabSz="533400">
            <a:lnSpc>
              <a:spcPct val="90000"/>
            </a:lnSpc>
            <a:spcBef>
              <a:spcPct val="0"/>
            </a:spcBef>
            <a:spcAft>
              <a:spcPct val="35000"/>
            </a:spcAft>
            <a:buNone/>
          </a:pPr>
          <a:r>
            <a:rPr lang="en-US" sz="1200" kern="1200" dirty="0"/>
            <a:t>Consider higher dose if ongoing cravings. Or HLOC</a:t>
          </a:r>
        </a:p>
      </dsp:txBody>
      <dsp:txXfrm>
        <a:off x="5777961" y="3556688"/>
        <a:ext cx="1262863" cy="841908"/>
      </dsp:txXfrm>
    </dsp:sp>
    <dsp:sp modelId="{BAC98813-E6F2-4D4F-A135-5F2EA5FB1334}">
      <dsp:nvSpPr>
        <dsp:cNvPr id="0" name=""/>
        <dsp:cNvSpPr/>
      </dsp:nvSpPr>
      <dsp:spPr>
        <a:xfrm>
          <a:off x="1340697" y="4626825"/>
          <a:ext cx="2535869" cy="1014347"/>
        </a:xfrm>
        <a:prstGeom prst="chevron">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0480" tIns="15240" rIns="0" bIns="15240" numCol="1" spcCol="1270" anchor="ctr" anchorCtr="0">
          <a:noAutofit/>
        </a:bodyPr>
        <a:lstStyle/>
        <a:p>
          <a:pPr marL="0" lvl="0" indent="0" algn="ctr" defTabSz="1066800">
            <a:lnSpc>
              <a:spcPct val="90000"/>
            </a:lnSpc>
            <a:spcBef>
              <a:spcPct val="0"/>
            </a:spcBef>
            <a:spcAft>
              <a:spcPct val="35000"/>
            </a:spcAft>
            <a:buNone/>
          </a:pPr>
          <a:r>
            <a:rPr lang="en-US" sz="2400" kern="1200" dirty="0"/>
            <a:t>BUP - , FENT*+</a:t>
          </a:r>
        </a:p>
      </dsp:txBody>
      <dsp:txXfrm>
        <a:off x="1847871" y="4626825"/>
        <a:ext cx="1521522" cy="1014347"/>
      </dsp:txXfrm>
    </dsp:sp>
    <dsp:sp modelId="{5E0D6B8D-4A27-6647-9A4B-1E16286C789E}">
      <dsp:nvSpPr>
        <dsp:cNvPr id="0" name=""/>
        <dsp:cNvSpPr/>
      </dsp:nvSpPr>
      <dsp:spPr>
        <a:xfrm>
          <a:off x="3546903" y="4713045"/>
          <a:ext cx="2104771" cy="841908"/>
        </a:xfrm>
        <a:prstGeom prst="chevron">
          <a:avLst/>
        </a:prstGeom>
        <a:solidFill>
          <a:schemeClr val="accent2">
            <a:lumMod val="60000"/>
            <a:lumOff val="40000"/>
            <a:alpha val="90000"/>
          </a:schemeClr>
        </a:solidFill>
        <a:ln w="1905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5240" tIns="7620" rIns="0" bIns="7620" numCol="1" spcCol="1270" anchor="ctr" anchorCtr="0">
          <a:noAutofit/>
        </a:bodyPr>
        <a:lstStyle/>
        <a:p>
          <a:pPr marL="0" lvl="0" indent="0" algn="ctr" defTabSz="533400">
            <a:lnSpc>
              <a:spcPct val="90000"/>
            </a:lnSpc>
            <a:spcBef>
              <a:spcPct val="0"/>
            </a:spcBef>
            <a:spcAft>
              <a:spcPct val="35000"/>
            </a:spcAft>
            <a:buNone/>
          </a:pPr>
          <a:r>
            <a:rPr lang="en-US" sz="1200" kern="1200" dirty="0"/>
            <a:t>Not taking Suboxone, ongoing opioid use</a:t>
          </a:r>
        </a:p>
      </dsp:txBody>
      <dsp:txXfrm>
        <a:off x="3967857" y="4713045"/>
        <a:ext cx="1262863" cy="841908"/>
      </dsp:txXfrm>
    </dsp:sp>
    <dsp:sp modelId="{4347A3EC-27F2-C948-AF90-2CB5577AFF96}">
      <dsp:nvSpPr>
        <dsp:cNvPr id="0" name=""/>
        <dsp:cNvSpPr/>
      </dsp:nvSpPr>
      <dsp:spPr>
        <a:xfrm>
          <a:off x="5357007" y="4713045"/>
          <a:ext cx="2104771" cy="841908"/>
        </a:xfrm>
        <a:prstGeom prst="chevron">
          <a:avLst/>
        </a:prstGeom>
        <a:solidFill>
          <a:schemeClr val="accent1">
            <a:alpha val="90000"/>
            <a:tint val="40000"/>
            <a:hueOff val="0"/>
            <a:satOff val="0"/>
            <a:lumOff val="0"/>
            <a:alphaOff val="0"/>
          </a:schemeClr>
        </a:solidFill>
        <a:ln w="1905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5240" tIns="7620" rIns="0" bIns="7620" numCol="1" spcCol="1270" anchor="ctr" anchorCtr="0">
          <a:noAutofit/>
        </a:bodyPr>
        <a:lstStyle/>
        <a:p>
          <a:pPr marL="0" lvl="0" indent="0" algn="ctr" defTabSz="533400">
            <a:lnSpc>
              <a:spcPct val="90000"/>
            </a:lnSpc>
            <a:spcBef>
              <a:spcPct val="0"/>
            </a:spcBef>
            <a:spcAft>
              <a:spcPct val="35000"/>
            </a:spcAft>
            <a:buNone/>
          </a:pPr>
          <a:r>
            <a:rPr lang="en-US" sz="1200" kern="1200" dirty="0"/>
            <a:t>Consider HLOC vs patient unable to start BUP due to concern for PW</a:t>
          </a:r>
        </a:p>
      </dsp:txBody>
      <dsp:txXfrm>
        <a:off x="5777961" y="4713045"/>
        <a:ext cx="1262863" cy="841908"/>
      </dsp:txXfrm>
    </dsp:sp>
  </dsp:spTree>
</dsp:drawing>
</file>

<file path=ppt/diagrams/layout1.xml><?xml version="1.0" encoding="utf-8"?>
<dgm:layoutDef xmlns:dgm="http://schemas.openxmlformats.org/drawingml/2006/diagram" xmlns:a="http://schemas.openxmlformats.org/drawingml/2006/main" uniqueId="urn:microsoft.com/office/officeart/2005/8/layout/hierarchy2">
  <dgm:title val=""/>
  <dgm:desc val=""/>
  <dgm:catLst>
    <dgm:cat type="hierarchy" pri="5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diagram">
    <dgm:varLst>
      <dgm:chPref val="1"/>
      <dgm:dir/>
      <dgm:animOne val="branch"/>
      <dgm:animLvl val="lvl"/>
      <dgm:resizeHandles val="exact"/>
    </dgm:varLst>
    <dgm:choose name="Name0">
      <dgm:if name="Name1" func="var" arg="dir" op="equ" val="norm">
        <dgm:alg type="hierChild">
          <dgm:param type="linDir" val="fromT"/>
          <dgm:param type="chAlign" val="l"/>
        </dgm:alg>
      </dgm:if>
      <dgm:else name="Name2">
        <dgm:alg type="hierChild">
          <dgm:param type="linDir" val="fromT"/>
          <dgm:param type="chAlign" val="r"/>
        </dgm:alg>
      </dgm:else>
    </dgm:choose>
    <dgm:shape xmlns:r="http://schemas.openxmlformats.org/officeDocument/2006/relationships" r:blip="">
      <dgm:adjLst/>
    </dgm:shape>
    <dgm:presOf/>
    <dgm:constrLst>
      <dgm:constr type="h" for="des" ptType="node" refType="h"/>
      <dgm:constr type="w" for="des" ptType="node" refType="h" refFor="des" refPtType="node" fact="2"/>
      <dgm:constr type="sibSp" refType="h" refFor="des" refPtType="node" op="equ" fact="0.15"/>
      <dgm:constr type="sibSp" for="des" forName="level2hierChild" refType="h" refFor="des" refPtType="node" op="equ" fact="0.15"/>
      <dgm:constr type="sibSp" for="des" forName="level3hierChild" refType="h" refFor="des" refPtType="node" op="equ" fact="0.15"/>
      <dgm:constr type="sp" for="des" forName="root1" refType="w" refFor="des" refPtType="node" fact="0.4"/>
      <dgm:constr type="sp" for="des" forName="root2" refType="sp" refFor="des" refForName="root1" op="equ"/>
      <dgm:constr type="primFontSz" for="des" ptType="node" op="equ" val="65"/>
      <dgm:constr type="primFontSz" for="des" forName="connTx" op="equ" val="55"/>
      <dgm:constr type="primFontSz" for="des" forName="connTx" refType="primFontSz" refFor="des" refPtType="node" op="lte" fact="0.8"/>
    </dgm:constrLst>
    <dgm:ruleLst/>
    <dgm:forEach name="Name3" axis="ch">
      <dgm:forEach name="Name4" axis="self" ptType="node">
        <dgm:layoutNode name="root1">
          <dgm:choose name="Name5">
            <dgm:if name="Name6" func="var" arg="dir" op="equ" val="norm">
              <dgm:alg type="hierRoot">
                <dgm:param type="hierAlign" val="lCtrCh"/>
              </dgm:alg>
            </dgm:if>
            <dgm:else name="Name7">
              <dgm:alg type="hierRoot">
                <dgm:param type="hierAlign" val="rCtrCh"/>
              </dgm:alg>
            </dgm:else>
          </dgm:choose>
          <dgm:shape xmlns:r="http://schemas.openxmlformats.org/officeDocument/2006/relationships" r:blip="">
            <dgm:adjLst/>
          </dgm:shape>
          <dgm:presOf/>
          <dgm:constrLst/>
          <dgm:ruleLst/>
          <dgm:layoutNode name="LevelOneTextNode" styleLbl="node0">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2hierChild">
            <dgm:choose name="Name8">
              <dgm:if name="Name9" func="var" arg="dir" op="equ" val="norm">
                <dgm:alg type="hierChild">
                  <dgm:param type="linDir" val="fromT"/>
                  <dgm:param type="chAlign" val="l"/>
                </dgm:alg>
              </dgm:if>
              <dgm:else name="Name10">
                <dgm:alg type="hierChild">
                  <dgm:param type="linDir" val="fromT"/>
                  <dgm:param type="chAlign" val="r"/>
                </dgm:alg>
              </dgm:else>
            </dgm:choose>
            <dgm:shape xmlns:r="http://schemas.openxmlformats.org/officeDocument/2006/relationships" r:blip="">
              <dgm:adjLst/>
            </dgm:shape>
            <dgm:presOf/>
            <dgm:constrLst/>
            <dgm:ruleLst/>
            <dgm:forEach name="repeat" axis="ch">
              <dgm:forEach name="Name11" axis="self" ptType="parTrans" cnt="1">
                <dgm:layoutNode name="conn2-1">
                  <dgm:choose name="Name12">
                    <dgm:if name="Name13" func="var" arg="dir" op="equ" val="norm">
                      <dgm:alg type="conn">
                        <dgm:param type="dim" val="1D"/>
                        <dgm:param type="begPts" val="midR"/>
                        <dgm:param type="endPts" val="midL"/>
                        <dgm:param type="endSty" val="noArr"/>
                      </dgm:alg>
                    </dgm:if>
                    <dgm:else name="Name14">
                      <dgm:alg type="conn">
                        <dgm:param type="dim" val="1D"/>
                        <dgm:param type="begPts" val="midL"/>
                        <dgm:param type="endPts" val="midR"/>
                        <dgm:param type="endSty" val="noArr"/>
                      </dgm:alg>
                    </dgm:else>
                  </dgm:choose>
                  <dgm:shape xmlns:r="http://schemas.openxmlformats.org/officeDocument/2006/relationships" type="conn" r:blip="">
                    <dgm:adjLst/>
                  </dgm:shape>
                  <dgm:presOf axis="self"/>
                  <dgm:constrLst>
                    <dgm:constr type="w" val="1"/>
                    <dgm:constr type="h" val="5"/>
                    <dgm:constr type="connDist"/>
                    <dgm:constr type="begPad"/>
                    <dgm:constr type="endPad"/>
                    <dgm:constr type="userA" for="ch" refType="connDist"/>
                  </dgm:constrLst>
                  <dgm:ruleLst/>
                  <dgm:layoutNode name="connTx">
                    <dgm:alg type="tx">
                      <dgm:param type="autoTxRot" val="grav"/>
                    </dgm:alg>
                    <dgm:shape xmlns:r="http://schemas.openxmlformats.org/officeDocument/2006/relationships" type="rect" r:blip="" hideGeom="1">
                      <dgm:adjLst/>
                    </dgm:shape>
                    <dgm:presOf axis="self"/>
                    <dgm:constrLst>
                      <dgm:constr type="userA"/>
                      <dgm:constr type="w" refType="userA" fact="0.05"/>
                      <dgm:constr type="h" refType="userA" fact="0.05"/>
                      <dgm:constr type="lMarg" val="1"/>
                      <dgm:constr type="rMarg" val="1"/>
                      <dgm:constr type="tMarg"/>
                      <dgm:constr type="bMarg"/>
                    </dgm:constrLst>
                    <dgm:ruleLst>
                      <dgm:rule type="h" val="NaN" fact="0.25" max="NaN"/>
                      <dgm:rule type="w" val="NaN" fact="0.8" max="NaN"/>
                      <dgm:rule type="primFontSz" val="5" fact="NaN" max="NaN"/>
                    </dgm:ruleLst>
                  </dgm:layoutNode>
                </dgm:layoutNode>
              </dgm:forEach>
              <dgm:forEach name="Name15" axis="self" ptType="node">
                <dgm:layoutNode name="root2">
                  <dgm:choose name="Name16">
                    <dgm:if name="Name17" func="var" arg="dir" op="equ" val="norm">
                      <dgm:alg type="hierRoot">
                        <dgm:param type="hierAlign" val="lCtrCh"/>
                      </dgm:alg>
                    </dgm:if>
                    <dgm:else name="Name18">
                      <dgm:alg type="hierRoot">
                        <dgm:param type="hierAlign" val="rCtrCh"/>
                      </dgm:alg>
                    </dgm:else>
                  </dgm:choose>
                  <dgm:shape xmlns:r="http://schemas.openxmlformats.org/officeDocument/2006/relationships" r:blip="">
                    <dgm:adjLst/>
                  </dgm:shape>
                  <dgm:presOf/>
                  <dgm:constrLst/>
                  <dgm:ruleLst/>
                  <dgm:layoutNode name="LevelTwoTextNode">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3hierChild">
                    <dgm:choose name="Name19">
                      <dgm:if name="Name20" func="var" arg="dir" op="equ" val="norm">
                        <dgm:alg type="hierChild">
                          <dgm:param type="linDir" val="fromT"/>
                          <dgm:param type="chAlign" val="l"/>
                        </dgm:alg>
                      </dgm:if>
                      <dgm:else name="Name21">
                        <dgm:alg type="hierChild">
                          <dgm:param type="linDir" val="fromT"/>
                          <dgm:param type="chAlign" val="r"/>
                        </dgm:alg>
                      </dgm:else>
                    </dgm:choose>
                    <dgm:shape xmlns:r="http://schemas.openxmlformats.org/officeDocument/2006/relationships" r:blip="">
                      <dgm:adjLst/>
                    </dgm:shape>
                    <dgm:presOf/>
                    <dgm:constrLst/>
                    <dgm:ruleLst/>
                    <dgm:forEach name="Name22" ref="repeat"/>
                  </dgm:layoutNode>
                </dgm:layoutNode>
              </dgm:forEach>
            </dgm:forEach>
          </dgm:layoutNod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pList2">
  <dgm:title val=""/>
  <dgm:desc val=""/>
  <dgm:catLst>
    <dgm:cat type="list" pri="11000"/>
    <dgm:cat type="picture" pri="24000"/>
    <dgm:cat type="pictureconvert" pri="24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alg type="composite"/>
    <dgm:shape xmlns:r="http://schemas.openxmlformats.org/officeDocument/2006/relationships" r:blip="">
      <dgm:adjLst/>
    </dgm:shape>
    <dgm:presOf/>
    <dgm:constrLst>
      <dgm:constr type="w" for="ch" forName="bkgdShp" refType="w"/>
      <dgm:constr type="h" for="ch" forName="bkgdShp" refType="h" fact="0.45"/>
      <dgm:constr type="t" for="ch" forName="bkgdShp"/>
      <dgm:constr type="w" for="ch" forName="linComp" refType="w" fact="0.94"/>
      <dgm:constr type="h" for="ch" forName="linComp" refType="h"/>
      <dgm:constr type="ctrX" for="ch" forName="linComp" refType="w" fact="0.5"/>
    </dgm:constrLst>
    <dgm:ruleLst/>
    <dgm:choose name="Name1">
      <dgm:if name="Name2" axis="ch" ptType="node" func="cnt" op="gte" val="1">
        <dgm:layoutNode name="bkgdShp" styleLbl="alignAccFollowNode1">
          <dgm:alg type="sp"/>
          <dgm:shape xmlns:r="http://schemas.openxmlformats.org/officeDocument/2006/relationships" type="roundRect" r:blip="">
            <dgm:adjLst>
              <dgm:adj idx="1" val="0.1"/>
            </dgm:adjLst>
          </dgm:shape>
          <dgm:presOf/>
          <dgm:constrLst/>
          <dgm:ruleLst/>
        </dgm:layoutNode>
        <dgm:layoutNode name="linComp">
          <dgm:choose name="Name3">
            <dgm:if name="Name4" func="var" arg="dir" op="equ" val="norm">
              <dgm:alg type="lin"/>
            </dgm:if>
            <dgm:else name="Name5">
              <dgm:alg type="lin">
                <dgm:param type="linDir" val="fromR"/>
              </dgm:alg>
            </dgm:else>
          </dgm:choose>
          <dgm:shape xmlns:r="http://schemas.openxmlformats.org/officeDocument/2006/relationships" r:blip="">
            <dgm:adjLst/>
          </dgm:shape>
          <dgm:presOf/>
          <dgm:constrLst>
            <dgm:constr type="w" for="ch" forName="compNode" refType="w"/>
            <dgm:constr type="h" for="ch" forName="compNode" refType="h"/>
            <dgm:constr type="w" for="ch" ptType="sibTrans" refType="w" refFor="ch" refForName="compNode" fact="0.1"/>
            <dgm:constr type="h" for="ch" ptType="sibTrans" op="equ"/>
            <dgm:constr type="h" for="ch" forName="compNode" op="equ"/>
            <dgm:constr type="primFontSz" for="des" forName="node" op="equ"/>
          </dgm:constrLst>
          <dgm:ruleLst/>
          <dgm:forEach name="nodesForEach" axis="ch" ptType="node">
            <dgm:layoutNode name="compNode">
              <dgm:alg type="composite"/>
              <dgm:shape xmlns:r="http://schemas.openxmlformats.org/officeDocument/2006/relationships" r:blip="">
                <dgm:adjLst/>
              </dgm:shape>
              <dgm:presOf/>
              <dgm:constrLst>
                <dgm:constr type="w" for="ch" forName="node" refType="w"/>
                <dgm:constr type="h" for="ch" forName="node" refType="h" fact="0.55"/>
                <dgm:constr type="b" for="ch" forName="node" refType="h"/>
                <dgm:constr type="w" for="ch" forName="invisiNode" refType="w" fact="0.75"/>
                <dgm:constr type="h" for="ch" forName="invisiNode" refType="h" fact="0.06"/>
                <dgm:constr type="t" for="ch" forName="invisiNode"/>
                <dgm:constr type="w" for="ch" forName="imagNode" refType="w"/>
                <dgm:constr type="h" for="ch" forName="imagNode" refType="h" fact="0.33"/>
                <dgm:constr type="ctrX" for="ch" forName="imagNode" refType="w" fact="0.5"/>
                <dgm:constr type="t" for="ch" forName="imagNode" refType="h" fact="0.06"/>
              </dgm:constrLst>
              <dgm:ruleLst/>
              <dgm:layoutNode name="node" styleLbl="node1">
                <dgm:varLst>
                  <dgm:bulletEnabled val="1"/>
                </dgm:varLst>
                <dgm:alg type="tx">
                  <dgm:param type="txAnchorVert" val="t"/>
                </dgm:alg>
                <dgm:shape xmlns:r="http://schemas.openxmlformats.org/officeDocument/2006/relationships" rot="180" type="round2SameRect" r:blip="">
                  <dgm:adjLst>
                    <dgm:adj idx="1" val="0.105"/>
                  </dgm:adjLst>
                </dgm:shape>
                <dgm:presOf axis="desOrSelf" ptType="node"/>
                <dgm:constrLst>
                  <dgm:constr type="primFontSz" val="65"/>
                </dgm:constrLst>
                <dgm:ruleLst>
                  <dgm:rule type="primFontSz" val="5" fact="NaN" max="NaN"/>
                </dgm:ruleLst>
              </dgm:layoutNode>
              <dgm:layoutNode name="invisiNode">
                <dgm:alg type="sp"/>
                <dgm:shape xmlns:r="http://schemas.openxmlformats.org/officeDocument/2006/relationships" type="roundRect" r:blip="" hideGeom="1">
                  <dgm:adjLst>
                    <dgm:adj idx="1" val="0.1"/>
                  </dgm:adjLst>
                </dgm:shape>
                <dgm:presOf/>
                <dgm:constrLst/>
                <dgm:ruleLst/>
              </dgm:layoutNode>
              <dgm:layoutNode name="imagNode" styleLbl="fgImgPlace1">
                <dgm:alg type="sp"/>
                <dgm:shape xmlns:r="http://schemas.openxmlformats.org/officeDocument/2006/relationships" type="roundRect" r:blip="" zOrderOff="-2" blipPhldr="1">
                  <dgm:adjLst>
                    <dgm:adj idx="1" val="0.1"/>
                  </dgm:adjLst>
                </dgm:shape>
                <dgm:presOf/>
                <dgm:constrLst/>
                <dgm:ruleLst/>
              </dgm:layoutNode>
            </dgm:layoutNode>
            <dgm:forEach name="sibTransForEach"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if>
      <dgm:else name="Name6"/>
    </dgm:choose>
  </dgm:layoutNode>
</dgm:layoutDef>
</file>

<file path=ppt/diagrams/layout3.xml><?xml version="1.0" encoding="utf-8"?>
<dgm:layoutDef xmlns:dgm="http://schemas.openxmlformats.org/drawingml/2006/diagram" xmlns:a="http://schemas.openxmlformats.org/drawingml/2006/main" uniqueId="urn:microsoft.com/office/officeart/2005/8/layout/pList2">
  <dgm:title val=""/>
  <dgm:desc val=""/>
  <dgm:catLst>
    <dgm:cat type="list" pri="11000"/>
    <dgm:cat type="picture" pri="24000"/>
    <dgm:cat type="pictureconvert" pri="24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alg type="composite"/>
    <dgm:shape xmlns:r="http://schemas.openxmlformats.org/officeDocument/2006/relationships" r:blip="">
      <dgm:adjLst/>
    </dgm:shape>
    <dgm:presOf/>
    <dgm:constrLst>
      <dgm:constr type="w" for="ch" forName="bkgdShp" refType="w"/>
      <dgm:constr type="h" for="ch" forName="bkgdShp" refType="h" fact="0.45"/>
      <dgm:constr type="t" for="ch" forName="bkgdShp"/>
      <dgm:constr type="w" for="ch" forName="linComp" refType="w" fact="0.94"/>
      <dgm:constr type="h" for="ch" forName="linComp" refType="h"/>
      <dgm:constr type="ctrX" for="ch" forName="linComp" refType="w" fact="0.5"/>
    </dgm:constrLst>
    <dgm:ruleLst/>
    <dgm:choose name="Name1">
      <dgm:if name="Name2" axis="ch" ptType="node" func="cnt" op="gte" val="1">
        <dgm:layoutNode name="bkgdShp" styleLbl="alignAccFollowNode1">
          <dgm:alg type="sp"/>
          <dgm:shape xmlns:r="http://schemas.openxmlformats.org/officeDocument/2006/relationships" type="roundRect" r:blip="">
            <dgm:adjLst>
              <dgm:adj idx="1" val="0.1"/>
            </dgm:adjLst>
          </dgm:shape>
          <dgm:presOf/>
          <dgm:constrLst/>
          <dgm:ruleLst/>
        </dgm:layoutNode>
        <dgm:layoutNode name="linComp">
          <dgm:choose name="Name3">
            <dgm:if name="Name4" func="var" arg="dir" op="equ" val="norm">
              <dgm:alg type="lin"/>
            </dgm:if>
            <dgm:else name="Name5">
              <dgm:alg type="lin">
                <dgm:param type="linDir" val="fromR"/>
              </dgm:alg>
            </dgm:else>
          </dgm:choose>
          <dgm:shape xmlns:r="http://schemas.openxmlformats.org/officeDocument/2006/relationships" r:blip="">
            <dgm:adjLst/>
          </dgm:shape>
          <dgm:presOf/>
          <dgm:constrLst>
            <dgm:constr type="w" for="ch" forName="compNode" refType="w"/>
            <dgm:constr type="h" for="ch" forName="compNode" refType="h"/>
            <dgm:constr type="w" for="ch" ptType="sibTrans" refType="w" refFor="ch" refForName="compNode" fact="0.1"/>
            <dgm:constr type="h" for="ch" ptType="sibTrans" op="equ"/>
            <dgm:constr type="h" for="ch" forName="compNode" op="equ"/>
            <dgm:constr type="primFontSz" for="des" forName="node" op="equ"/>
          </dgm:constrLst>
          <dgm:ruleLst/>
          <dgm:forEach name="nodesForEach" axis="ch" ptType="node">
            <dgm:layoutNode name="compNode">
              <dgm:alg type="composite"/>
              <dgm:shape xmlns:r="http://schemas.openxmlformats.org/officeDocument/2006/relationships" r:blip="">
                <dgm:adjLst/>
              </dgm:shape>
              <dgm:presOf/>
              <dgm:constrLst>
                <dgm:constr type="w" for="ch" forName="node" refType="w"/>
                <dgm:constr type="h" for="ch" forName="node" refType="h" fact="0.55"/>
                <dgm:constr type="b" for="ch" forName="node" refType="h"/>
                <dgm:constr type="w" for="ch" forName="invisiNode" refType="w" fact="0.75"/>
                <dgm:constr type="h" for="ch" forName="invisiNode" refType="h" fact="0.06"/>
                <dgm:constr type="t" for="ch" forName="invisiNode"/>
                <dgm:constr type="w" for="ch" forName="imagNode" refType="w"/>
                <dgm:constr type="h" for="ch" forName="imagNode" refType="h" fact="0.33"/>
                <dgm:constr type="ctrX" for="ch" forName="imagNode" refType="w" fact="0.5"/>
                <dgm:constr type="t" for="ch" forName="imagNode" refType="h" fact="0.06"/>
              </dgm:constrLst>
              <dgm:ruleLst/>
              <dgm:layoutNode name="node" styleLbl="node1">
                <dgm:varLst>
                  <dgm:bulletEnabled val="1"/>
                </dgm:varLst>
                <dgm:alg type="tx">
                  <dgm:param type="txAnchorVert" val="t"/>
                </dgm:alg>
                <dgm:shape xmlns:r="http://schemas.openxmlformats.org/officeDocument/2006/relationships" rot="180" type="round2SameRect" r:blip="">
                  <dgm:adjLst>
                    <dgm:adj idx="1" val="0.105"/>
                  </dgm:adjLst>
                </dgm:shape>
                <dgm:presOf axis="desOrSelf" ptType="node"/>
                <dgm:constrLst>
                  <dgm:constr type="primFontSz" val="65"/>
                </dgm:constrLst>
                <dgm:ruleLst>
                  <dgm:rule type="primFontSz" val="5" fact="NaN" max="NaN"/>
                </dgm:ruleLst>
              </dgm:layoutNode>
              <dgm:layoutNode name="invisiNode">
                <dgm:alg type="sp"/>
                <dgm:shape xmlns:r="http://schemas.openxmlformats.org/officeDocument/2006/relationships" type="roundRect" r:blip="" hideGeom="1">
                  <dgm:adjLst>
                    <dgm:adj idx="1" val="0.1"/>
                  </dgm:adjLst>
                </dgm:shape>
                <dgm:presOf/>
                <dgm:constrLst/>
                <dgm:ruleLst/>
              </dgm:layoutNode>
              <dgm:layoutNode name="imagNode" styleLbl="fgImgPlace1">
                <dgm:alg type="sp"/>
                <dgm:shape xmlns:r="http://schemas.openxmlformats.org/officeDocument/2006/relationships" type="roundRect" r:blip="" zOrderOff="-2" blipPhldr="1">
                  <dgm:adjLst>
                    <dgm:adj idx="1" val="0.1"/>
                  </dgm:adjLst>
                </dgm:shape>
                <dgm:presOf/>
                <dgm:constrLst/>
                <dgm:ruleLst/>
              </dgm:layoutNode>
            </dgm:layoutNode>
            <dgm:forEach name="sibTransForEach"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if>
      <dgm:else name="Name6"/>
    </dgm:choose>
  </dgm:layoutNode>
</dgm:layoutDef>
</file>

<file path=ppt/diagrams/layout4.xml><?xml version="1.0" encoding="utf-8"?>
<dgm:layoutDef xmlns:dgm="http://schemas.openxmlformats.org/drawingml/2006/diagram" xmlns:a="http://schemas.openxmlformats.org/drawingml/2006/main" uniqueId="urn:microsoft.com/office/officeart/2005/8/layout/hierarchy2">
  <dgm:title val=""/>
  <dgm:desc val=""/>
  <dgm:catLst>
    <dgm:cat type="hierarchy" pri="5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diagram">
    <dgm:varLst>
      <dgm:chPref val="1"/>
      <dgm:dir/>
      <dgm:animOne val="branch"/>
      <dgm:animLvl val="lvl"/>
      <dgm:resizeHandles val="exact"/>
    </dgm:varLst>
    <dgm:choose name="Name0">
      <dgm:if name="Name1" func="var" arg="dir" op="equ" val="norm">
        <dgm:alg type="hierChild">
          <dgm:param type="linDir" val="fromT"/>
          <dgm:param type="chAlign" val="l"/>
        </dgm:alg>
      </dgm:if>
      <dgm:else name="Name2">
        <dgm:alg type="hierChild">
          <dgm:param type="linDir" val="fromT"/>
          <dgm:param type="chAlign" val="r"/>
        </dgm:alg>
      </dgm:else>
    </dgm:choose>
    <dgm:shape xmlns:r="http://schemas.openxmlformats.org/officeDocument/2006/relationships" r:blip="">
      <dgm:adjLst/>
    </dgm:shape>
    <dgm:presOf/>
    <dgm:constrLst>
      <dgm:constr type="h" for="des" ptType="node" refType="h"/>
      <dgm:constr type="w" for="des" ptType="node" refType="h" refFor="des" refPtType="node" fact="2"/>
      <dgm:constr type="sibSp" refType="h" refFor="des" refPtType="node" op="equ" fact="0.15"/>
      <dgm:constr type="sibSp" for="des" forName="level2hierChild" refType="h" refFor="des" refPtType="node" op="equ" fact="0.15"/>
      <dgm:constr type="sibSp" for="des" forName="level3hierChild" refType="h" refFor="des" refPtType="node" op="equ" fact="0.15"/>
      <dgm:constr type="sp" for="des" forName="root1" refType="w" refFor="des" refPtType="node" fact="0.4"/>
      <dgm:constr type="sp" for="des" forName="root2" refType="sp" refFor="des" refForName="root1" op="equ"/>
      <dgm:constr type="primFontSz" for="des" ptType="node" op="equ" val="65"/>
      <dgm:constr type="primFontSz" for="des" forName="connTx" op="equ" val="55"/>
      <dgm:constr type="primFontSz" for="des" forName="connTx" refType="primFontSz" refFor="des" refPtType="node" op="lte" fact="0.8"/>
    </dgm:constrLst>
    <dgm:ruleLst/>
    <dgm:forEach name="Name3" axis="ch">
      <dgm:forEach name="Name4" axis="self" ptType="node">
        <dgm:layoutNode name="root1">
          <dgm:choose name="Name5">
            <dgm:if name="Name6" func="var" arg="dir" op="equ" val="norm">
              <dgm:alg type="hierRoot">
                <dgm:param type="hierAlign" val="lCtrCh"/>
              </dgm:alg>
            </dgm:if>
            <dgm:else name="Name7">
              <dgm:alg type="hierRoot">
                <dgm:param type="hierAlign" val="rCtrCh"/>
              </dgm:alg>
            </dgm:else>
          </dgm:choose>
          <dgm:shape xmlns:r="http://schemas.openxmlformats.org/officeDocument/2006/relationships" r:blip="">
            <dgm:adjLst/>
          </dgm:shape>
          <dgm:presOf/>
          <dgm:constrLst/>
          <dgm:ruleLst/>
          <dgm:layoutNode name="LevelOneTextNode" styleLbl="node0">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2hierChild">
            <dgm:choose name="Name8">
              <dgm:if name="Name9" func="var" arg="dir" op="equ" val="norm">
                <dgm:alg type="hierChild">
                  <dgm:param type="linDir" val="fromT"/>
                  <dgm:param type="chAlign" val="l"/>
                </dgm:alg>
              </dgm:if>
              <dgm:else name="Name10">
                <dgm:alg type="hierChild">
                  <dgm:param type="linDir" val="fromT"/>
                  <dgm:param type="chAlign" val="r"/>
                </dgm:alg>
              </dgm:else>
            </dgm:choose>
            <dgm:shape xmlns:r="http://schemas.openxmlformats.org/officeDocument/2006/relationships" r:blip="">
              <dgm:adjLst/>
            </dgm:shape>
            <dgm:presOf/>
            <dgm:constrLst/>
            <dgm:ruleLst/>
            <dgm:forEach name="repeat" axis="ch">
              <dgm:forEach name="Name11" axis="self" ptType="parTrans" cnt="1">
                <dgm:layoutNode name="conn2-1">
                  <dgm:choose name="Name12">
                    <dgm:if name="Name13" func="var" arg="dir" op="equ" val="norm">
                      <dgm:alg type="conn">
                        <dgm:param type="dim" val="1D"/>
                        <dgm:param type="begPts" val="midR"/>
                        <dgm:param type="endPts" val="midL"/>
                        <dgm:param type="endSty" val="noArr"/>
                      </dgm:alg>
                    </dgm:if>
                    <dgm:else name="Name14">
                      <dgm:alg type="conn">
                        <dgm:param type="dim" val="1D"/>
                        <dgm:param type="begPts" val="midL"/>
                        <dgm:param type="endPts" val="midR"/>
                        <dgm:param type="endSty" val="noArr"/>
                      </dgm:alg>
                    </dgm:else>
                  </dgm:choose>
                  <dgm:shape xmlns:r="http://schemas.openxmlformats.org/officeDocument/2006/relationships" type="conn" r:blip="">
                    <dgm:adjLst/>
                  </dgm:shape>
                  <dgm:presOf axis="self"/>
                  <dgm:constrLst>
                    <dgm:constr type="w" val="1"/>
                    <dgm:constr type="h" val="5"/>
                    <dgm:constr type="connDist"/>
                    <dgm:constr type="begPad"/>
                    <dgm:constr type="endPad"/>
                    <dgm:constr type="userA" for="ch" refType="connDist"/>
                  </dgm:constrLst>
                  <dgm:ruleLst/>
                  <dgm:layoutNode name="connTx">
                    <dgm:alg type="tx">
                      <dgm:param type="autoTxRot" val="grav"/>
                    </dgm:alg>
                    <dgm:shape xmlns:r="http://schemas.openxmlformats.org/officeDocument/2006/relationships" type="rect" r:blip="" hideGeom="1">
                      <dgm:adjLst/>
                    </dgm:shape>
                    <dgm:presOf axis="self"/>
                    <dgm:constrLst>
                      <dgm:constr type="userA"/>
                      <dgm:constr type="w" refType="userA" fact="0.05"/>
                      <dgm:constr type="h" refType="userA" fact="0.05"/>
                      <dgm:constr type="lMarg" val="1"/>
                      <dgm:constr type="rMarg" val="1"/>
                      <dgm:constr type="tMarg"/>
                      <dgm:constr type="bMarg"/>
                    </dgm:constrLst>
                    <dgm:ruleLst>
                      <dgm:rule type="h" val="NaN" fact="0.25" max="NaN"/>
                      <dgm:rule type="w" val="NaN" fact="0.8" max="NaN"/>
                      <dgm:rule type="primFontSz" val="5" fact="NaN" max="NaN"/>
                    </dgm:ruleLst>
                  </dgm:layoutNode>
                </dgm:layoutNode>
              </dgm:forEach>
              <dgm:forEach name="Name15" axis="self" ptType="node">
                <dgm:layoutNode name="root2">
                  <dgm:choose name="Name16">
                    <dgm:if name="Name17" func="var" arg="dir" op="equ" val="norm">
                      <dgm:alg type="hierRoot">
                        <dgm:param type="hierAlign" val="lCtrCh"/>
                      </dgm:alg>
                    </dgm:if>
                    <dgm:else name="Name18">
                      <dgm:alg type="hierRoot">
                        <dgm:param type="hierAlign" val="rCtrCh"/>
                      </dgm:alg>
                    </dgm:else>
                  </dgm:choose>
                  <dgm:shape xmlns:r="http://schemas.openxmlformats.org/officeDocument/2006/relationships" r:blip="">
                    <dgm:adjLst/>
                  </dgm:shape>
                  <dgm:presOf/>
                  <dgm:constrLst/>
                  <dgm:ruleLst/>
                  <dgm:layoutNode name="LevelTwoTextNode">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3hierChild">
                    <dgm:choose name="Name19">
                      <dgm:if name="Name20" func="var" arg="dir" op="equ" val="norm">
                        <dgm:alg type="hierChild">
                          <dgm:param type="linDir" val="fromT"/>
                          <dgm:param type="chAlign" val="l"/>
                        </dgm:alg>
                      </dgm:if>
                      <dgm:else name="Name21">
                        <dgm:alg type="hierChild">
                          <dgm:param type="linDir" val="fromT"/>
                          <dgm:param type="chAlign" val="r"/>
                        </dgm:alg>
                      </dgm:else>
                    </dgm:choose>
                    <dgm:shape xmlns:r="http://schemas.openxmlformats.org/officeDocument/2006/relationships" r:blip="">
                      <dgm:adjLst/>
                    </dgm:shape>
                    <dgm:presOf/>
                    <dgm:constrLst/>
                    <dgm:ruleLst/>
                    <dgm:forEach name="Name22" ref="repeat"/>
                  </dgm:layoutNode>
                </dgm:layoutNode>
              </dgm:forEach>
            </dgm:forEach>
          </dgm:layoutNode>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05/8/layout/hierarchy2">
  <dgm:title val=""/>
  <dgm:desc val=""/>
  <dgm:catLst>
    <dgm:cat type="hierarchy" pri="5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diagram">
    <dgm:varLst>
      <dgm:chPref val="1"/>
      <dgm:dir/>
      <dgm:animOne val="branch"/>
      <dgm:animLvl val="lvl"/>
      <dgm:resizeHandles val="exact"/>
    </dgm:varLst>
    <dgm:choose name="Name0">
      <dgm:if name="Name1" func="var" arg="dir" op="equ" val="norm">
        <dgm:alg type="hierChild">
          <dgm:param type="linDir" val="fromT"/>
          <dgm:param type="chAlign" val="l"/>
        </dgm:alg>
      </dgm:if>
      <dgm:else name="Name2">
        <dgm:alg type="hierChild">
          <dgm:param type="linDir" val="fromT"/>
          <dgm:param type="chAlign" val="r"/>
        </dgm:alg>
      </dgm:else>
    </dgm:choose>
    <dgm:shape xmlns:r="http://schemas.openxmlformats.org/officeDocument/2006/relationships" r:blip="">
      <dgm:adjLst/>
    </dgm:shape>
    <dgm:presOf/>
    <dgm:constrLst>
      <dgm:constr type="h" for="des" ptType="node" refType="h"/>
      <dgm:constr type="w" for="des" ptType="node" refType="h" refFor="des" refPtType="node" fact="2"/>
      <dgm:constr type="sibSp" refType="h" refFor="des" refPtType="node" op="equ" fact="0.15"/>
      <dgm:constr type="sibSp" for="des" forName="level2hierChild" refType="h" refFor="des" refPtType="node" op="equ" fact="0.15"/>
      <dgm:constr type="sibSp" for="des" forName="level3hierChild" refType="h" refFor="des" refPtType="node" op="equ" fact="0.15"/>
      <dgm:constr type="sp" for="des" forName="root1" refType="w" refFor="des" refPtType="node" fact="0.4"/>
      <dgm:constr type="sp" for="des" forName="root2" refType="sp" refFor="des" refForName="root1" op="equ"/>
      <dgm:constr type="primFontSz" for="des" ptType="node" op="equ" val="65"/>
      <dgm:constr type="primFontSz" for="des" forName="connTx" op="equ" val="55"/>
      <dgm:constr type="primFontSz" for="des" forName="connTx" refType="primFontSz" refFor="des" refPtType="node" op="lte" fact="0.8"/>
    </dgm:constrLst>
    <dgm:ruleLst/>
    <dgm:forEach name="Name3" axis="ch">
      <dgm:forEach name="Name4" axis="self" ptType="node">
        <dgm:layoutNode name="root1">
          <dgm:choose name="Name5">
            <dgm:if name="Name6" func="var" arg="dir" op="equ" val="norm">
              <dgm:alg type="hierRoot">
                <dgm:param type="hierAlign" val="lCtrCh"/>
              </dgm:alg>
            </dgm:if>
            <dgm:else name="Name7">
              <dgm:alg type="hierRoot">
                <dgm:param type="hierAlign" val="rCtrCh"/>
              </dgm:alg>
            </dgm:else>
          </dgm:choose>
          <dgm:shape xmlns:r="http://schemas.openxmlformats.org/officeDocument/2006/relationships" r:blip="">
            <dgm:adjLst/>
          </dgm:shape>
          <dgm:presOf/>
          <dgm:constrLst/>
          <dgm:ruleLst/>
          <dgm:layoutNode name="LevelOneTextNode" styleLbl="node0">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2hierChild">
            <dgm:choose name="Name8">
              <dgm:if name="Name9" func="var" arg="dir" op="equ" val="norm">
                <dgm:alg type="hierChild">
                  <dgm:param type="linDir" val="fromT"/>
                  <dgm:param type="chAlign" val="l"/>
                </dgm:alg>
              </dgm:if>
              <dgm:else name="Name10">
                <dgm:alg type="hierChild">
                  <dgm:param type="linDir" val="fromT"/>
                  <dgm:param type="chAlign" val="r"/>
                </dgm:alg>
              </dgm:else>
            </dgm:choose>
            <dgm:shape xmlns:r="http://schemas.openxmlformats.org/officeDocument/2006/relationships" r:blip="">
              <dgm:adjLst/>
            </dgm:shape>
            <dgm:presOf/>
            <dgm:constrLst/>
            <dgm:ruleLst/>
            <dgm:forEach name="repeat" axis="ch">
              <dgm:forEach name="Name11" axis="self" ptType="parTrans" cnt="1">
                <dgm:layoutNode name="conn2-1">
                  <dgm:choose name="Name12">
                    <dgm:if name="Name13" func="var" arg="dir" op="equ" val="norm">
                      <dgm:alg type="conn">
                        <dgm:param type="dim" val="1D"/>
                        <dgm:param type="begPts" val="midR"/>
                        <dgm:param type="endPts" val="midL"/>
                        <dgm:param type="endSty" val="noArr"/>
                      </dgm:alg>
                    </dgm:if>
                    <dgm:else name="Name14">
                      <dgm:alg type="conn">
                        <dgm:param type="dim" val="1D"/>
                        <dgm:param type="begPts" val="midL"/>
                        <dgm:param type="endPts" val="midR"/>
                        <dgm:param type="endSty" val="noArr"/>
                      </dgm:alg>
                    </dgm:else>
                  </dgm:choose>
                  <dgm:shape xmlns:r="http://schemas.openxmlformats.org/officeDocument/2006/relationships" type="conn" r:blip="">
                    <dgm:adjLst/>
                  </dgm:shape>
                  <dgm:presOf axis="self"/>
                  <dgm:constrLst>
                    <dgm:constr type="w" val="1"/>
                    <dgm:constr type="h" val="5"/>
                    <dgm:constr type="connDist"/>
                    <dgm:constr type="begPad"/>
                    <dgm:constr type="endPad"/>
                    <dgm:constr type="userA" for="ch" refType="connDist"/>
                  </dgm:constrLst>
                  <dgm:ruleLst/>
                  <dgm:layoutNode name="connTx">
                    <dgm:alg type="tx">
                      <dgm:param type="autoTxRot" val="grav"/>
                    </dgm:alg>
                    <dgm:shape xmlns:r="http://schemas.openxmlformats.org/officeDocument/2006/relationships" type="rect" r:blip="" hideGeom="1">
                      <dgm:adjLst/>
                    </dgm:shape>
                    <dgm:presOf axis="self"/>
                    <dgm:constrLst>
                      <dgm:constr type="userA"/>
                      <dgm:constr type="w" refType="userA" fact="0.05"/>
                      <dgm:constr type="h" refType="userA" fact="0.05"/>
                      <dgm:constr type="lMarg" val="1"/>
                      <dgm:constr type="rMarg" val="1"/>
                      <dgm:constr type="tMarg"/>
                      <dgm:constr type="bMarg"/>
                    </dgm:constrLst>
                    <dgm:ruleLst>
                      <dgm:rule type="h" val="NaN" fact="0.25" max="NaN"/>
                      <dgm:rule type="w" val="NaN" fact="0.8" max="NaN"/>
                      <dgm:rule type="primFontSz" val="5" fact="NaN" max="NaN"/>
                    </dgm:ruleLst>
                  </dgm:layoutNode>
                </dgm:layoutNode>
              </dgm:forEach>
              <dgm:forEach name="Name15" axis="self" ptType="node">
                <dgm:layoutNode name="root2">
                  <dgm:choose name="Name16">
                    <dgm:if name="Name17" func="var" arg="dir" op="equ" val="norm">
                      <dgm:alg type="hierRoot">
                        <dgm:param type="hierAlign" val="lCtrCh"/>
                      </dgm:alg>
                    </dgm:if>
                    <dgm:else name="Name18">
                      <dgm:alg type="hierRoot">
                        <dgm:param type="hierAlign" val="rCtrCh"/>
                      </dgm:alg>
                    </dgm:else>
                  </dgm:choose>
                  <dgm:shape xmlns:r="http://schemas.openxmlformats.org/officeDocument/2006/relationships" r:blip="">
                    <dgm:adjLst/>
                  </dgm:shape>
                  <dgm:presOf/>
                  <dgm:constrLst/>
                  <dgm:ruleLst/>
                  <dgm:layoutNode name="LevelTwoTextNode">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3hierChild">
                    <dgm:choose name="Name19">
                      <dgm:if name="Name20" func="var" arg="dir" op="equ" val="norm">
                        <dgm:alg type="hierChild">
                          <dgm:param type="linDir" val="fromT"/>
                          <dgm:param type="chAlign" val="l"/>
                        </dgm:alg>
                      </dgm:if>
                      <dgm:else name="Name21">
                        <dgm:alg type="hierChild">
                          <dgm:param type="linDir" val="fromT"/>
                          <dgm:param type="chAlign" val="r"/>
                        </dgm:alg>
                      </dgm:else>
                    </dgm:choose>
                    <dgm:shape xmlns:r="http://schemas.openxmlformats.org/officeDocument/2006/relationships" r:blip="">
                      <dgm:adjLst/>
                    </dgm:shape>
                    <dgm:presOf/>
                    <dgm:constrLst/>
                    <dgm:ruleLst/>
                    <dgm:forEach name="Name22" ref="repeat"/>
                  </dgm:layoutNode>
                </dgm:layoutNode>
              </dgm:forEach>
            </dgm:forEach>
          </dgm:layoutNode>
        </dgm:layoutNode>
      </dgm:forEach>
    </dgm:forEach>
  </dgm:layoutNode>
</dgm:layoutDef>
</file>

<file path=ppt/diagrams/layout6.xml><?xml version="1.0" encoding="utf-8"?>
<dgm:layoutDef xmlns:dgm="http://schemas.openxmlformats.org/drawingml/2006/diagram" xmlns:a="http://schemas.openxmlformats.org/drawingml/2006/main" uniqueId="urn:microsoft.com/office/officeart/2005/8/layout/lProcess3">
  <dgm:title val=""/>
  <dgm:desc val=""/>
  <dgm:catLst>
    <dgm:cat type="process" pri="11000"/>
    <dgm:cat type="convert" pri="1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sampData>
  <dgm:styleData>
    <dgm:dataModel>
      <dgm:ptLst>
        <dgm:pt modelId="0" type="doc"/>
        <dgm:pt modelId="1"/>
        <dgm:pt modelId="2"/>
      </dgm:ptLst>
      <dgm:cxnLst>
        <dgm:cxn modelId="4" srcId="0" destId="1" srcOrd="0" destOrd="0"/>
        <dgm:cxn modelId="5" srcId="1" destId="2"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51" srcId="1" destId="11" srcOrd="0" destOrd="0"/>
        <dgm:cxn modelId="61" srcId="2" destId="21" srcOrd="0" destOrd="0"/>
        <dgm:cxn modelId="71" srcId="3" destId="31" srcOrd="0" destOrd="0"/>
        <dgm:cxn modelId="81" srcId="4" destId="41" srcOrd="0" destOrd="0"/>
      </dgm:cxnLst>
      <dgm:bg/>
      <dgm:whole/>
    </dgm:dataModel>
  </dgm:clrData>
  <dgm:layoutNode name="Name0">
    <dgm:varLst>
      <dgm:chPref val="3"/>
      <dgm:dir/>
      <dgm:animLvl val="lvl"/>
      <dgm:resizeHandles/>
    </dgm:varLst>
    <dgm:choose name="Name1">
      <dgm:if name="Name2" func="var" arg="dir" op="equ" val="norm">
        <dgm:alg type="lin">
          <dgm:param type="linDir" val="fromT"/>
          <dgm:param type="vertAlign" val="mid"/>
          <dgm:param type="nodeHorzAlign" val="l"/>
          <dgm:param type="nodeVertAlign" val="t"/>
          <dgm:param type="fallback" val="2D"/>
        </dgm:alg>
      </dgm:if>
      <dgm:else name="Name3">
        <dgm:alg type="lin">
          <dgm:param type="linDir" val="fromT"/>
          <dgm:param type="vertAlign" val="mid"/>
          <dgm:param type="nodeHorzAlign" val="r"/>
          <dgm:param type="nodeVertAlign" val="t"/>
          <dgm:param type="fallback" val="2D"/>
        </dgm:alg>
      </dgm:else>
    </dgm:choose>
    <dgm:shape xmlns:r="http://schemas.openxmlformats.org/officeDocument/2006/relationships" r:blip="">
      <dgm:adjLst/>
    </dgm:shape>
    <dgm:presOf/>
    <dgm:constrLst>
      <dgm:constr type="w" for="des" forName="bigChev" refType="w"/>
      <dgm:constr type="h" for="des" forName="bigChev" refType="w" refFor="des" refForName="bigChev" op="equ" fact="0.4"/>
      <dgm:constr type="w" for="des" forName="node" refType="w" refFor="des" refForName="bigChev" fact="0.83"/>
      <dgm:constr type="h" for="des" forName="node" refType="w" refFor="des" refForName="node" op="equ" fact="0.4"/>
      <dgm:constr type="w" for="des" forName="parTrans" refType="w" refFor="des" refForName="bigChev" op="equ" fact="-0.13"/>
      <dgm:constr type="w" for="des" forName="sibTrans" refType="w" refFor="des" refForName="node" op="equ" fact="-0.14"/>
      <dgm:constr type="h" for="ch" forName="vSp" refType="h" refFor="des" refForName="bigChev" op="equ" fact="0.14"/>
      <dgm:constr type="primFontSz" for="des" forName="node" op="equ"/>
      <dgm:constr type="primFontSz" for="des" forName="bigChev" op="equ"/>
    </dgm:constrLst>
    <dgm:ruleLst/>
    <dgm:forEach name="Name4" axis="ch" ptType="node">
      <dgm:layoutNode name="horFlow">
        <dgm:choose name="Name5">
          <dgm:if name="Name6" func="var" arg="dir" op="equ" val="norm">
            <dgm:alg type="lin">
              <dgm:param type="linDir" val="fromL"/>
              <dgm:param type="nodeHorzAlign" val="l"/>
              <dgm:param type="nodeVertAlign" val="mid"/>
              <dgm:param type="fallback" val="2D"/>
            </dgm:alg>
          </dgm:if>
          <dgm:else name="Name7">
            <dgm:alg type="lin">
              <dgm:param type="linDir" val="fromR"/>
              <dgm:param type="nodeHorzAlign" val="r"/>
              <dgm:param type="nodeVertAlign" val="mid"/>
              <dgm:param type="fallback" val="2D"/>
            </dgm:alg>
          </dgm:else>
        </dgm:choose>
        <dgm:shape xmlns:r="http://schemas.openxmlformats.org/officeDocument/2006/relationships" r:blip="">
          <dgm:adjLst/>
        </dgm:shape>
        <dgm:presOf/>
        <dgm:constrLst/>
        <dgm:ruleLst/>
        <dgm:layoutNode name="bigChev" styleLbl="node1">
          <dgm:alg type="tx"/>
          <dgm:choose name="Name8">
            <dgm:if name="Name9" func="var" arg="dir" op="equ" val="norm">
              <dgm:shape xmlns:r="http://schemas.openxmlformats.org/officeDocument/2006/relationships" type="chevron" r:blip="">
                <dgm:adjLst/>
              </dgm:shape>
              <dgm:presOf axis="self"/>
              <dgm:constrLst>
                <dgm:constr type="primFontSz" val="65"/>
                <dgm:constr type="rMarg"/>
                <dgm:constr type="lMarg" refType="primFontSz" fact="0.1"/>
                <dgm:constr type="tMarg" refType="primFontSz" fact="0.05"/>
                <dgm:constr type="bMarg" refType="primFontSz" fact="0.05"/>
              </dgm:constrLst>
            </dgm:if>
            <dgm:else name="Name10">
              <dgm:shape xmlns:r="http://schemas.openxmlformats.org/officeDocument/2006/relationships" rot="180" type="chevron" r:blip="">
                <dgm:adjLst/>
              </dgm:shape>
              <dgm:presOf axis="self"/>
              <dgm:constrLst>
                <dgm:constr type="primFontSz" val="65"/>
                <dgm:constr type="lMarg"/>
                <dgm:constr type="rMarg" refType="primFontSz" fact="0.1"/>
                <dgm:constr type="tMarg" refType="primFontSz" fact="0.05"/>
                <dgm:constr type="bMarg" refType="primFontSz" fact="0.05"/>
              </dgm:constrLst>
            </dgm:else>
          </dgm:choose>
          <dgm:ruleLst>
            <dgm:rule type="primFontSz" val="5" fact="NaN" max="NaN"/>
          </dgm:ruleLst>
        </dgm:layoutNode>
        <dgm:forEach name="parTransForEach" axis="ch" ptType="parTrans" cnt="1">
          <dgm:layoutNode name="parTrans">
            <dgm:alg type="sp"/>
            <dgm:shape xmlns:r="http://schemas.openxmlformats.org/officeDocument/2006/relationships" r:blip="">
              <dgm:adjLst/>
            </dgm:shape>
            <dgm:presOf/>
            <dgm:constrLst/>
            <dgm:ruleLst/>
          </dgm:layoutNode>
        </dgm:forEach>
        <dgm:forEach name="Name11" axis="ch" ptType="node">
          <dgm:layoutNode name="node" styleLbl="alignAccFollowNode1">
            <dgm:varLst>
              <dgm:bulletEnabled val="1"/>
            </dgm:varLst>
            <dgm:alg type="tx"/>
            <dgm:choose name="Name12">
              <dgm:if name="Name13" func="var" arg="dir" op="equ" val="norm">
                <dgm:shape xmlns:r="http://schemas.openxmlformats.org/officeDocument/2006/relationships" type="chevron" r:blip="">
                  <dgm:adjLst/>
                </dgm:shape>
                <dgm:presOf axis="desOrSelf" ptType="node"/>
                <dgm:constrLst>
                  <dgm:constr type="primFontSz" val="65"/>
                  <dgm:constr type="rMarg"/>
                  <dgm:constr type="lMarg" refType="primFontSz" fact="0.1"/>
                  <dgm:constr type="tMarg" refType="primFontSz" fact="0.05"/>
                  <dgm:constr type="bMarg" refType="primFontSz" fact="0.05"/>
                </dgm:constrLst>
              </dgm:if>
              <dgm:else name="Name14">
                <dgm:shape xmlns:r="http://schemas.openxmlformats.org/officeDocument/2006/relationships" rot="180" type="chevron" r:blip="">
                  <dgm:adjLst/>
                </dgm:shape>
                <dgm:presOf axis="desOrSelf" ptType="node"/>
                <dgm:constrLst>
                  <dgm:constr type="primFontSz" val="65"/>
                  <dgm:constr type="lMarg"/>
                  <dgm:constr type="rMarg" refType="primFontSz" fact="0.1"/>
                  <dgm:constr type="tMarg" refType="primFontSz" fact="0.05"/>
                  <dgm:constr type="bMarg" refType="primFontSz" fact="0.05"/>
                </dgm:constrLst>
              </dgm:else>
            </dgm:choose>
            <dgm:ruleLst>
              <dgm:rule type="primFontSz" val="5" fact="NaN" max="NaN"/>
            </dgm:ruleLst>
          </dgm:layoutNode>
          <dgm:forEach name="sibTransForEach" axis="followSib" ptType="sibTrans" cnt="1">
            <dgm:layoutNode name="sibTrans">
              <dgm:alg type="sp"/>
              <dgm:shape xmlns:r="http://schemas.openxmlformats.org/officeDocument/2006/relationships" r:blip="">
                <dgm:adjLst/>
              </dgm:shape>
              <dgm:presOf/>
              <dgm:constrLst/>
              <dgm:ruleLst/>
            </dgm:layoutNode>
          </dgm:forEach>
        </dgm:forEach>
      </dgm:layoutNode>
      <dgm:choose name="Name15">
        <dgm:if name="Name16" axis="self" ptType="node" func="revPos" op="gte" val="2">
          <dgm:layoutNode name="vSp">
            <dgm:alg type="sp"/>
            <dgm:shape xmlns:r="http://schemas.openxmlformats.org/officeDocument/2006/relationships" r:blip="">
              <dgm:adjLst/>
            </dgm:shape>
            <dgm:presOf/>
            <dgm:constrLst/>
            <dgm:ruleLst/>
          </dgm:layoutNode>
        </dgm:if>
        <dgm:else name="Name17"/>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D8F005-7E69-1BDC-3DAB-7D8BD17FDBEA}"/>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9DB57F4A-D12C-89F6-F01B-7DA97630E43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1C799935-E497-47AD-AA01-3D7CEEAEE266}"/>
              </a:ext>
            </a:extLst>
          </p:cNvPr>
          <p:cNvSpPr>
            <a:spLocks noGrp="1"/>
          </p:cNvSpPr>
          <p:nvPr>
            <p:ph type="dt" sz="half" idx="10"/>
          </p:nvPr>
        </p:nvSpPr>
        <p:spPr/>
        <p:txBody>
          <a:bodyPr/>
          <a:lstStyle/>
          <a:p>
            <a:fld id="{07CB5085-C1BB-9849-9BEC-9C94785656C0}" type="datetimeFigureOut">
              <a:rPr lang="en-US" smtClean="0"/>
              <a:t>5/27/2026</a:t>
            </a:fld>
            <a:endParaRPr lang="en-US"/>
          </a:p>
        </p:txBody>
      </p:sp>
      <p:sp>
        <p:nvSpPr>
          <p:cNvPr id="5" name="Footer Placeholder 4">
            <a:extLst>
              <a:ext uri="{FF2B5EF4-FFF2-40B4-BE49-F238E27FC236}">
                <a16:creationId xmlns:a16="http://schemas.microsoft.com/office/drawing/2014/main" id="{59EA387A-35CB-C402-474E-AF2EB892C49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4EAD024-0A88-A478-600B-EEE33D73D2B5}"/>
              </a:ext>
            </a:extLst>
          </p:cNvPr>
          <p:cNvSpPr>
            <a:spLocks noGrp="1"/>
          </p:cNvSpPr>
          <p:nvPr>
            <p:ph type="sldNum" sz="quarter" idx="12"/>
          </p:nvPr>
        </p:nvSpPr>
        <p:spPr/>
        <p:txBody>
          <a:bodyPr/>
          <a:lstStyle/>
          <a:p>
            <a:fld id="{2CE8BAD8-FC51-E646-A233-84CBB1FD20CE}" type="slidenum">
              <a:rPr lang="en-US" smtClean="0"/>
              <a:t>‹#›</a:t>
            </a:fld>
            <a:endParaRPr lang="en-US"/>
          </a:p>
        </p:txBody>
      </p:sp>
    </p:spTree>
    <p:extLst>
      <p:ext uri="{BB962C8B-B14F-4D97-AF65-F5344CB8AC3E}">
        <p14:creationId xmlns:p14="http://schemas.microsoft.com/office/powerpoint/2010/main" val="181390889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363062-EBF0-126C-A8F9-25B0F0BE457C}"/>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56BAD08-79F2-2D42-4739-ED99F330479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BC65E15-CD80-973C-26E2-1185C5FA194C}"/>
              </a:ext>
            </a:extLst>
          </p:cNvPr>
          <p:cNvSpPr>
            <a:spLocks noGrp="1"/>
          </p:cNvSpPr>
          <p:nvPr>
            <p:ph type="dt" sz="half" idx="10"/>
          </p:nvPr>
        </p:nvSpPr>
        <p:spPr/>
        <p:txBody>
          <a:bodyPr/>
          <a:lstStyle/>
          <a:p>
            <a:fld id="{07CB5085-C1BB-9849-9BEC-9C94785656C0}" type="datetimeFigureOut">
              <a:rPr lang="en-US" smtClean="0"/>
              <a:t>5/27/2026</a:t>
            </a:fld>
            <a:endParaRPr lang="en-US"/>
          </a:p>
        </p:txBody>
      </p:sp>
      <p:sp>
        <p:nvSpPr>
          <p:cNvPr id="5" name="Footer Placeholder 4">
            <a:extLst>
              <a:ext uri="{FF2B5EF4-FFF2-40B4-BE49-F238E27FC236}">
                <a16:creationId xmlns:a16="http://schemas.microsoft.com/office/drawing/2014/main" id="{B0CDF3CB-2159-7D92-9926-9CF38B43E63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3A13EC1-E5D3-3A25-B48C-0A6958217DBC}"/>
              </a:ext>
            </a:extLst>
          </p:cNvPr>
          <p:cNvSpPr>
            <a:spLocks noGrp="1"/>
          </p:cNvSpPr>
          <p:nvPr>
            <p:ph type="sldNum" sz="quarter" idx="12"/>
          </p:nvPr>
        </p:nvSpPr>
        <p:spPr/>
        <p:txBody>
          <a:bodyPr/>
          <a:lstStyle/>
          <a:p>
            <a:fld id="{2CE8BAD8-FC51-E646-A233-84CBB1FD20CE}" type="slidenum">
              <a:rPr lang="en-US" smtClean="0"/>
              <a:t>‹#›</a:t>
            </a:fld>
            <a:endParaRPr lang="en-US"/>
          </a:p>
        </p:txBody>
      </p:sp>
    </p:spTree>
    <p:extLst>
      <p:ext uri="{BB962C8B-B14F-4D97-AF65-F5344CB8AC3E}">
        <p14:creationId xmlns:p14="http://schemas.microsoft.com/office/powerpoint/2010/main" val="379313923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B8BEE1-8529-FA47-1BCD-8389C7EB51C9}"/>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0764BE0F-4F47-21D4-7F75-D1A27E12E521}"/>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DF686B6B-69A3-3869-AC70-187A48626514}"/>
              </a:ext>
            </a:extLst>
          </p:cNvPr>
          <p:cNvSpPr>
            <a:spLocks noGrp="1"/>
          </p:cNvSpPr>
          <p:nvPr>
            <p:ph type="dt" sz="half" idx="10"/>
          </p:nvPr>
        </p:nvSpPr>
        <p:spPr/>
        <p:txBody>
          <a:bodyPr/>
          <a:lstStyle/>
          <a:p>
            <a:fld id="{07CB5085-C1BB-9849-9BEC-9C94785656C0}" type="datetimeFigureOut">
              <a:rPr lang="en-US" smtClean="0"/>
              <a:t>5/27/2026</a:t>
            </a:fld>
            <a:endParaRPr lang="en-US"/>
          </a:p>
        </p:txBody>
      </p:sp>
      <p:sp>
        <p:nvSpPr>
          <p:cNvPr id="5" name="Footer Placeholder 4">
            <a:extLst>
              <a:ext uri="{FF2B5EF4-FFF2-40B4-BE49-F238E27FC236}">
                <a16:creationId xmlns:a16="http://schemas.microsoft.com/office/drawing/2014/main" id="{DBC095A1-59EE-CFBA-8730-D8AAC675C14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1832A13-39EF-D735-038D-6541B1493431}"/>
              </a:ext>
            </a:extLst>
          </p:cNvPr>
          <p:cNvSpPr>
            <a:spLocks noGrp="1"/>
          </p:cNvSpPr>
          <p:nvPr>
            <p:ph type="sldNum" sz="quarter" idx="12"/>
          </p:nvPr>
        </p:nvSpPr>
        <p:spPr/>
        <p:txBody>
          <a:bodyPr/>
          <a:lstStyle/>
          <a:p>
            <a:fld id="{2CE8BAD8-FC51-E646-A233-84CBB1FD20CE}" type="slidenum">
              <a:rPr lang="en-US" smtClean="0"/>
              <a:t>‹#›</a:t>
            </a:fld>
            <a:endParaRPr lang="en-US"/>
          </a:p>
        </p:txBody>
      </p:sp>
    </p:spTree>
    <p:extLst>
      <p:ext uri="{BB962C8B-B14F-4D97-AF65-F5344CB8AC3E}">
        <p14:creationId xmlns:p14="http://schemas.microsoft.com/office/powerpoint/2010/main" val="145147512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D31D36-ED68-9280-C3F4-5FBDEEE4326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0114627-8197-B208-E7C7-112A614AAB7A}"/>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35062851-49E6-3DE2-74E7-230C3986F64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26455BE0-6D95-4C66-5287-C04FEE400401}"/>
              </a:ext>
            </a:extLst>
          </p:cNvPr>
          <p:cNvSpPr>
            <a:spLocks noGrp="1"/>
          </p:cNvSpPr>
          <p:nvPr>
            <p:ph type="dt" sz="half" idx="10"/>
          </p:nvPr>
        </p:nvSpPr>
        <p:spPr/>
        <p:txBody>
          <a:bodyPr/>
          <a:lstStyle/>
          <a:p>
            <a:fld id="{07CB5085-C1BB-9849-9BEC-9C94785656C0}" type="datetimeFigureOut">
              <a:rPr lang="en-US" smtClean="0"/>
              <a:t>5/27/2026</a:t>
            </a:fld>
            <a:endParaRPr lang="en-US"/>
          </a:p>
        </p:txBody>
      </p:sp>
      <p:sp>
        <p:nvSpPr>
          <p:cNvPr id="6" name="Footer Placeholder 5">
            <a:extLst>
              <a:ext uri="{FF2B5EF4-FFF2-40B4-BE49-F238E27FC236}">
                <a16:creationId xmlns:a16="http://schemas.microsoft.com/office/drawing/2014/main" id="{9C25322A-2E57-B44A-DA33-B9621E3FD7E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28E49F9-2B30-2F45-DF4E-3E7877834E77}"/>
              </a:ext>
            </a:extLst>
          </p:cNvPr>
          <p:cNvSpPr>
            <a:spLocks noGrp="1"/>
          </p:cNvSpPr>
          <p:nvPr>
            <p:ph type="sldNum" sz="quarter" idx="12"/>
          </p:nvPr>
        </p:nvSpPr>
        <p:spPr/>
        <p:txBody>
          <a:bodyPr/>
          <a:lstStyle/>
          <a:p>
            <a:fld id="{2CE8BAD8-FC51-E646-A233-84CBB1FD20CE}" type="slidenum">
              <a:rPr lang="en-US" smtClean="0"/>
              <a:t>‹#›</a:t>
            </a:fld>
            <a:endParaRPr lang="en-US"/>
          </a:p>
        </p:txBody>
      </p:sp>
    </p:spTree>
    <p:extLst>
      <p:ext uri="{BB962C8B-B14F-4D97-AF65-F5344CB8AC3E}">
        <p14:creationId xmlns:p14="http://schemas.microsoft.com/office/powerpoint/2010/main" val="58764730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077222-884E-E384-DD58-DD1A55BCA29A}"/>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DD32BFDF-64AA-A642-65A7-F2DE4123100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5AD2DC4-1CC1-952A-0A3F-01BE2D53705E}"/>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EF40DE83-191F-F90F-8B56-262423409DC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C4E7D9B2-53C1-3B96-6768-F7542C462EF5}"/>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88314C31-B728-1D43-AF84-45F7C4F06058}"/>
              </a:ext>
            </a:extLst>
          </p:cNvPr>
          <p:cNvSpPr>
            <a:spLocks noGrp="1"/>
          </p:cNvSpPr>
          <p:nvPr>
            <p:ph type="dt" sz="half" idx="10"/>
          </p:nvPr>
        </p:nvSpPr>
        <p:spPr/>
        <p:txBody>
          <a:bodyPr/>
          <a:lstStyle/>
          <a:p>
            <a:fld id="{07CB5085-C1BB-9849-9BEC-9C94785656C0}" type="datetimeFigureOut">
              <a:rPr lang="en-US" smtClean="0"/>
              <a:t>5/27/2026</a:t>
            </a:fld>
            <a:endParaRPr lang="en-US"/>
          </a:p>
        </p:txBody>
      </p:sp>
      <p:sp>
        <p:nvSpPr>
          <p:cNvPr id="8" name="Footer Placeholder 7">
            <a:extLst>
              <a:ext uri="{FF2B5EF4-FFF2-40B4-BE49-F238E27FC236}">
                <a16:creationId xmlns:a16="http://schemas.microsoft.com/office/drawing/2014/main" id="{31DD4115-3031-239C-CED7-423333530E43}"/>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6E049B13-FE0B-CFF4-5FEC-A310A8313F56}"/>
              </a:ext>
            </a:extLst>
          </p:cNvPr>
          <p:cNvSpPr>
            <a:spLocks noGrp="1"/>
          </p:cNvSpPr>
          <p:nvPr>
            <p:ph type="sldNum" sz="quarter" idx="12"/>
          </p:nvPr>
        </p:nvSpPr>
        <p:spPr/>
        <p:txBody>
          <a:bodyPr/>
          <a:lstStyle/>
          <a:p>
            <a:fld id="{2CE8BAD8-FC51-E646-A233-84CBB1FD20CE}" type="slidenum">
              <a:rPr lang="en-US" smtClean="0"/>
              <a:t>‹#›</a:t>
            </a:fld>
            <a:endParaRPr lang="en-US"/>
          </a:p>
        </p:txBody>
      </p:sp>
    </p:spTree>
    <p:extLst>
      <p:ext uri="{BB962C8B-B14F-4D97-AF65-F5344CB8AC3E}">
        <p14:creationId xmlns:p14="http://schemas.microsoft.com/office/powerpoint/2010/main" val="201111198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A55129-DA9D-EEB8-BA0B-048093CC3295}"/>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18A7ECBF-6BB5-D55C-ED8A-7DB61D21EA2D}"/>
              </a:ext>
            </a:extLst>
          </p:cNvPr>
          <p:cNvSpPr>
            <a:spLocks noGrp="1"/>
          </p:cNvSpPr>
          <p:nvPr>
            <p:ph type="dt" sz="half" idx="10"/>
          </p:nvPr>
        </p:nvSpPr>
        <p:spPr/>
        <p:txBody>
          <a:bodyPr/>
          <a:lstStyle/>
          <a:p>
            <a:fld id="{07CB5085-C1BB-9849-9BEC-9C94785656C0}" type="datetimeFigureOut">
              <a:rPr lang="en-US" smtClean="0"/>
              <a:t>5/27/2026</a:t>
            </a:fld>
            <a:endParaRPr lang="en-US"/>
          </a:p>
        </p:txBody>
      </p:sp>
      <p:sp>
        <p:nvSpPr>
          <p:cNvPr id="4" name="Footer Placeholder 3">
            <a:extLst>
              <a:ext uri="{FF2B5EF4-FFF2-40B4-BE49-F238E27FC236}">
                <a16:creationId xmlns:a16="http://schemas.microsoft.com/office/drawing/2014/main" id="{FED4C351-DFDF-F459-58D4-F752CA233CC8}"/>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76F56D28-F9A1-2EEB-D198-407A78933D3C}"/>
              </a:ext>
            </a:extLst>
          </p:cNvPr>
          <p:cNvSpPr>
            <a:spLocks noGrp="1"/>
          </p:cNvSpPr>
          <p:nvPr>
            <p:ph type="sldNum" sz="quarter" idx="12"/>
          </p:nvPr>
        </p:nvSpPr>
        <p:spPr/>
        <p:txBody>
          <a:bodyPr/>
          <a:lstStyle/>
          <a:p>
            <a:fld id="{2CE8BAD8-FC51-E646-A233-84CBB1FD20CE}" type="slidenum">
              <a:rPr lang="en-US" smtClean="0"/>
              <a:t>‹#›</a:t>
            </a:fld>
            <a:endParaRPr lang="en-US"/>
          </a:p>
        </p:txBody>
      </p:sp>
    </p:spTree>
    <p:extLst>
      <p:ext uri="{BB962C8B-B14F-4D97-AF65-F5344CB8AC3E}">
        <p14:creationId xmlns:p14="http://schemas.microsoft.com/office/powerpoint/2010/main" val="80477116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7CF734D-4B35-AE90-10FD-420D05EE7570}"/>
              </a:ext>
            </a:extLst>
          </p:cNvPr>
          <p:cNvSpPr>
            <a:spLocks noGrp="1"/>
          </p:cNvSpPr>
          <p:nvPr>
            <p:ph type="dt" sz="half" idx="10"/>
          </p:nvPr>
        </p:nvSpPr>
        <p:spPr/>
        <p:txBody>
          <a:bodyPr/>
          <a:lstStyle/>
          <a:p>
            <a:fld id="{07CB5085-C1BB-9849-9BEC-9C94785656C0}" type="datetimeFigureOut">
              <a:rPr lang="en-US" smtClean="0"/>
              <a:t>5/27/2026</a:t>
            </a:fld>
            <a:endParaRPr lang="en-US"/>
          </a:p>
        </p:txBody>
      </p:sp>
      <p:sp>
        <p:nvSpPr>
          <p:cNvPr id="3" name="Footer Placeholder 2">
            <a:extLst>
              <a:ext uri="{FF2B5EF4-FFF2-40B4-BE49-F238E27FC236}">
                <a16:creationId xmlns:a16="http://schemas.microsoft.com/office/drawing/2014/main" id="{C287AD49-710F-F72B-BAAA-1D3F98E2987C}"/>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34CF7BC1-F9A3-E98F-781C-024589CBD4F6}"/>
              </a:ext>
            </a:extLst>
          </p:cNvPr>
          <p:cNvSpPr>
            <a:spLocks noGrp="1"/>
          </p:cNvSpPr>
          <p:nvPr>
            <p:ph type="sldNum" sz="quarter" idx="12"/>
          </p:nvPr>
        </p:nvSpPr>
        <p:spPr/>
        <p:txBody>
          <a:bodyPr/>
          <a:lstStyle/>
          <a:p>
            <a:fld id="{2CE8BAD8-FC51-E646-A233-84CBB1FD20CE}" type="slidenum">
              <a:rPr lang="en-US" smtClean="0"/>
              <a:t>‹#›</a:t>
            </a:fld>
            <a:endParaRPr lang="en-US"/>
          </a:p>
        </p:txBody>
      </p:sp>
    </p:spTree>
    <p:extLst>
      <p:ext uri="{BB962C8B-B14F-4D97-AF65-F5344CB8AC3E}">
        <p14:creationId xmlns:p14="http://schemas.microsoft.com/office/powerpoint/2010/main" val="192514198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E94F77-2A68-84A2-2112-1BFA831C932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9ED14678-3EB2-EC97-6707-8725E9014D9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9696E7DE-9456-54A6-B84F-21D5B4E8360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624AEA7-D922-149E-FE7E-6DBFB87A1E7E}"/>
              </a:ext>
            </a:extLst>
          </p:cNvPr>
          <p:cNvSpPr>
            <a:spLocks noGrp="1"/>
          </p:cNvSpPr>
          <p:nvPr>
            <p:ph type="dt" sz="half" idx="10"/>
          </p:nvPr>
        </p:nvSpPr>
        <p:spPr/>
        <p:txBody>
          <a:bodyPr/>
          <a:lstStyle/>
          <a:p>
            <a:fld id="{07CB5085-C1BB-9849-9BEC-9C94785656C0}" type="datetimeFigureOut">
              <a:rPr lang="en-US" smtClean="0"/>
              <a:t>5/27/2026</a:t>
            </a:fld>
            <a:endParaRPr lang="en-US"/>
          </a:p>
        </p:txBody>
      </p:sp>
      <p:sp>
        <p:nvSpPr>
          <p:cNvPr id="6" name="Footer Placeholder 5">
            <a:extLst>
              <a:ext uri="{FF2B5EF4-FFF2-40B4-BE49-F238E27FC236}">
                <a16:creationId xmlns:a16="http://schemas.microsoft.com/office/drawing/2014/main" id="{CE8940F3-3465-19BE-7FFF-62E97D61A5B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DCDDC90-B745-B927-DFAB-ED7F15AFEE1C}"/>
              </a:ext>
            </a:extLst>
          </p:cNvPr>
          <p:cNvSpPr>
            <a:spLocks noGrp="1"/>
          </p:cNvSpPr>
          <p:nvPr>
            <p:ph type="sldNum" sz="quarter" idx="12"/>
          </p:nvPr>
        </p:nvSpPr>
        <p:spPr/>
        <p:txBody>
          <a:bodyPr/>
          <a:lstStyle/>
          <a:p>
            <a:fld id="{2CE8BAD8-FC51-E646-A233-84CBB1FD20CE}" type="slidenum">
              <a:rPr lang="en-US" smtClean="0"/>
              <a:t>‹#›</a:t>
            </a:fld>
            <a:endParaRPr lang="en-US"/>
          </a:p>
        </p:txBody>
      </p:sp>
    </p:spTree>
    <p:extLst>
      <p:ext uri="{BB962C8B-B14F-4D97-AF65-F5344CB8AC3E}">
        <p14:creationId xmlns:p14="http://schemas.microsoft.com/office/powerpoint/2010/main" val="309012995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69F8B7-D443-789F-5C03-9BB523B3E14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C89102B6-DB01-898F-89A6-4161B55224F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FD02E7A7-4FCF-350F-08BC-A7E3BAB1BAD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37C60EA-2CD6-6E1C-C75A-D0CA3AAF6DF4}"/>
              </a:ext>
            </a:extLst>
          </p:cNvPr>
          <p:cNvSpPr>
            <a:spLocks noGrp="1"/>
          </p:cNvSpPr>
          <p:nvPr>
            <p:ph type="dt" sz="half" idx="10"/>
          </p:nvPr>
        </p:nvSpPr>
        <p:spPr/>
        <p:txBody>
          <a:bodyPr/>
          <a:lstStyle/>
          <a:p>
            <a:fld id="{07CB5085-C1BB-9849-9BEC-9C94785656C0}" type="datetimeFigureOut">
              <a:rPr lang="en-US" smtClean="0"/>
              <a:t>5/27/2026</a:t>
            </a:fld>
            <a:endParaRPr lang="en-US"/>
          </a:p>
        </p:txBody>
      </p:sp>
      <p:sp>
        <p:nvSpPr>
          <p:cNvPr id="6" name="Footer Placeholder 5">
            <a:extLst>
              <a:ext uri="{FF2B5EF4-FFF2-40B4-BE49-F238E27FC236}">
                <a16:creationId xmlns:a16="http://schemas.microsoft.com/office/drawing/2014/main" id="{D0ED3F77-EFCD-38AC-A876-3E64041276D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7BA2CFD-8467-E5BA-94D9-9F7F7235FA4C}"/>
              </a:ext>
            </a:extLst>
          </p:cNvPr>
          <p:cNvSpPr>
            <a:spLocks noGrp="1"/>
          </p:cNvSpPr>
          <p:nvPr>
            <p:ph type="sldNum" sz="quarter" idx="12"/>
          </p:nvPr>
        </p:nvSpPr>
        <p:spPr/>
        <p:txBody>
          <a:bodyPr/>
          <a:lstStyle/>
          <a:p>
            <a:fld id="{2CE8BAD8-FC51-E646-A233-84CBB1FD20CE}" type="slidenum">
              <a:rPr lang="en-US" smtClean="0"/>
              <a:t>‹#›</a:t>
            </a:fld>
            <a:endParaRPr lang="en-US"/>
          </a:p>
        </p:txBody>
      </p:sp>
    </p:spTree>
    <p:extLst>
      <p:ext uri="{BB962C8B-B14F-4D97-AF65-F5344CB8AC3E}">
        <p14:creationId xmlns:p14="http://schemas.microsoft.com/office/powerpoint/2010/main" val="421182331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E34F0E-EAC2-61E3-B972-C94D2395EE58}"/>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9F84F6E7-710B-F4A7-0B37-8087FD976086}"/>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9C77404-6960-7FEC-1882-8D2928A3401B}"/>
              </a:ext>
            </a:extLst>
          </p:cNvPr>
          <p:cNvSpPr>
            <a:spLocks noGrp="1"/>
          </p:cNvSpPr>
          <p:nvPr>
            <p:ph type="dt" sz="half" idx="10"/>
          </p:nvPr>
        </p:nvSpPr>
        <p:spPr/>
        <p:txBody>
          <a:bodyPr/>
          <a:lstStyle/>
          <a:p>
            <a:fld id="{07CB5085-C1BB-9849-9BEC-9C94785656C0}" type="datetimeFigureOut">
              <a:rPr lang="en-US" smtClean="0"/>
              <a:t>5/27/2026</a:t>
            </a:fld>
            <a:endParaRPr lang="en-US"/>
          </a:p>
        </p:txBody>
      </p:sp>
      <p:sp>
        <p:nvSpPr>
          <p:cNvPr id="5" name="Footer Placeholder 4">
            <a:extLst>
              <a:ext uri="{FF2B5EF4-FFF2-40B4-BE49-F238E27FC236}">
                <a16:creationId xmlns:a16="http://schemas.microsoft.com/office/drawing/2014/main" id="{D01C7987-827D-1CC2-E12A-ABBA485B302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516377B-D942-F2EA-DB1C-AF475DDC682E}"/>
              </a:ext>
            </a:extLst>
          </p:cNvPr>
          <p:cNvSpPr>
            <a:spLocks noGrp="1"/>
          </p:cNvSpPr>
          <p:nvPr>
            <p:ph type="sldNum" sz="quarter" idx="12"/>
          </p:nvPr>
        </p:nvSpPr>
        <p:spPr/>
        <p:txBody>
          <a:bodyPr/>
          <a:lstStyle/>
          <a:p>
            <a:fld id="{2CE8BAD8-FC51-E646-A233-84CBB1FD20CE}" type="slidenum">
              <a:rPr lang="en-US" smtClean="0"/>
              <a:t>‹#›</a:t>
            </a:fld>
            <a:endParaRPr lang="en-US"/>
          </a:p>
        </p:txBody>
      </p:sp>
    </p:spTree>
    <p:extLst>
      <p:ext uri="{BB962C8B-B14F-4D97-AF65-F5344CB8AC3E}">
        <p14:creationId xmlns:p14="http://schemas.microsoft.com/office/powerpoint/2010/main" val="337680714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C56CE7B-C35F-0DA1-811D-D1FEA9273D37}"/>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4D4588E1-9B14-54F5-181A-CB17C03493CE}"/>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054C451-7483-30EE-C822-1DD54B4B92C3}"/>
              </a:ext>
            </a:extLst>
          </p:cNvPr>
          <p:cNvSpPr>
            <a:spLocks noGrp="1"/>
          </p:cNvSpPr>
          <p:nvPr>
            <p:ph type="dt" sz="half" idx="10"/>
          </p:nvPr>
        </p:nvSpPr>
        <p:spPr/>
        <p:txBody>
          <a:bodyPr/>
          <a:lstStyle/>
          <a:p>
            <a:fld id="{07CB5085-C1BB-9849-9BEC-9C94785656C0}" type="datetimeFigureOut">
              <a:rPr lang="en-US" smtClean="0"/>
              <a:t>5/27/2026</a:t>
            </a:fld>
            <a:endParaRPr lang="en-US"/>
          </a:p>
        </p:txBody>
      </p:sp>
      <p:sp>
        <p:nvSpPr>
          <p:cNvPr id="5" name="Footer Placeholder 4">
            <a:extLst>
              <a:ext uri="{FF2B5EF4-FFF2-40B4-BE49-F238E27FC236}">
                <a16:creationId xmlns:a16="http://schemas.microsoft.com/office/drawing/2014/main" id="{78D84D14-369A-F42B-5633-D2D8E3B07D5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AEC43CD-A037-B9F2-4C26-466111B88973}"/>
              </a:ext>
            </a:extLst>
          </p:cNvPr>
          <p:cNvSpPr>
            <a:spLocks noGrp="1"/>
          </p:cNvSpPr>
          <p:nvPr>
            <p:ph type="sldNum" sz="quarter" idx="12"/>
          </p:nvPr>
        </p:nvSpPr>
        <p:spPr/>
        <p:txBody>
          <a:bodyPr/>
          <a:lstStyle/>
          <a:p>
            <a:fld id="{2CE8BAD8-FC51-E646-A233-84CBB1FD20CE}" type="slidenum">
              <a:rPr lang="en-US" smtClean="0"/>
              <a:t>‹#›</a:t>
            </a:fld>
            <a:endParaRPr lang="en-US"/>
          </a:p>
        </p:txBody>
      </p:sp>
    </p:spTree>
    <p:extLst>
      <p:ext uri="{BB962C8B-B14F-4D97-AF65-F5344CB8AC3E}">
        <p14:creationId xmlns:p14="http://schemas.microsoft.com/office/powerpoint/2010/main" val="244088535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1B2675C-DBC1-1BC8-7DB9-AF3447C0205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FCD5FA41-835B-5B6A-8076-AFC95DFEBC6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84936EC-DD29-6D3A-1DFB-B46FE520918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07CB5085-C1BB-9849-9BEC-9C94785656C0}" type="datetimeFigureOut">
              <a:rPr lang="en-US" smtClean="0"/>
              <a:t>5/27/2026</a:t>
            </a:fld>
            <a:endParaRPr lang="en-US"/>
          </a:p>
        </p:txBody>
      </p:sp>
      <p:sp>
        <p:nvSpPr>
          <p:cNvPr id="5" name="Footer Placeholder 4">
            <a:extLst>
              <a:ext uri="{FF2B5EF4-FFF2-40B4-BE49-F238E27FC236}">
                <a16:creationId xmlns:a16="http://schemas.microsoft.com/office/drawing/2014/main" id="{AA6E5816-7207-7376-B1E6-A005DC192AF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42D92BBE-D2B0-A9F5-1B2C-17094D0AFB5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2CE8BAD8-FC51-E646-A233-84CBB1FD20CE}" type="slidenum">
              <a:rPr lang="en-US" smtClean="0"/>
              <a:t>‹#›</a:t>
            </a:fld>
            <a:endParaRPr lang="en-US"/>
          </a:p>
        </p:txBody>
      </p:sp>
    </p:spTree>
    <p:extLst>
      <p:ext uri="{BB962C8B-B14F-4D97-AF65-F5344CB8AC3E}">
        <p14:creationId xmlns:p14="http://schemas.microsoft.com/office/powerpoint/2010/main" val="303366286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7.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4.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5.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7.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6.xml.rels><?xml version="1.0" encoding="UTF-8" standalone="yes"?>
<Relationships xmlns="http://schemas.openxmlformats.org/package/2006/relationships"><Relationship Id="rId3" Type="http://schemas.openxmlformats.org/officeDocument/2006/relationships/diagramLayout" Target="../diagrams/layout5.xml"/><Relationship Id="rId2" Type="http://schemas.openxmlformats.org/officeDocument/2006/relationships/diagramData" Target="../diagrams/data5.xml"/><Relationship Id="rId1" Type="http://schemas.openxmlformats.org/officeDocument/2006/relationships/slideLayout" Target="../slideLayouts/slideLayout7.xml"/><Relationship Id="rId6" Type="http://schemas.microsoft.com/office/2007/relationships/diagramDrawing" Target="../diagrams/drawing5.xml"/><Relationship Id="rId5" Type="http://schemas.openxmlformats.org/officeDocument/2006/relationships/diagramColors" Target="../diagrams/colors5.xml"/><Relationship Id="rId4" Type="http://schemas.openxmlformats.org/officeDocument/2006/relationships/diagramQuickStyle" Target="../diagrams/quickStyle5.xml"/></Relationships>
</file>

<file path=ppt/slides/_rels/slide7.xml.rels><?xml version="1.0" encoding="UTF-8" standalone="yes"?>
<Relationships xmlns="http://schemas.openxmlformats.org/package/2006/relationships"><Relationship Id="rId3" Type="http://schemas.openxmlformats.org/officeDocument/2006/relationships/diagramLayout" Target="../diagrams/layout6.xml"/><Relationship Id="rId2" Type="http://schemas.openxmlformats.org/officeDocument/2006/relationships/diagramData" Target="../diagrams/data6.xml"/><Relationship Id="rId1" Type="http://schemas.openxmlformats.org/officeDocument/2006/relationships/slideLayout" Target="../slideLayouts/slideLayout2.xml"/><Relationship Id="rId6" Type="http://schemas.microsoft.com/office/2007/relationships/diagramDrawing" Target="../diagrams/drawing6.xml"/><Relationship Id="rId5" Type="http://schemas.openxmlformats.org/officeDocument/2006/relationships/diagramColors" Target="../diagrams/colors6.xml"/><Relationship Id="rId4" Type="http://schemas.openxmlformats.org/officeDocument/2006/relationships/diagramQuickStyle" Target="../diagrams/quickStyl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5CCFE6-4C15-051C-F2E4-1CAD0BBA6E51}"/>
              </a:ext>
            </a:extLst>
          </p:cNvPr>
          <p:cNvSpPr>
            <a:spLocks noGrp="1"/>
          </p:cNvSpPr>
          <p:nvPr>
            <p:ph type="ctrTitle"/>
          </p:nvPr>
        </p:nvSpPr>
        <p:spPr/>
        <p:txBody>
          <a:bodyPr/>
          <a:lstStyle/>
          <a:p>
            <a:r>
              <a:rPr lang="en-US" dirty="0"/>
              <a:t>Summary of Clinical Guidance:</a:t>
            </a:r>
          </a:p>
        </p:txBody>
      </p:sp>
      <p:sp>
        <p:nvSpPr>
          <p:cNvPr id="3" name="Subtitle 2">
            <a:extLst>
              <a:ext uri="{FF2B5EF4-FFF2-40B4-BE49-F238E27FC236}">
                <a16:creationId xmlns:a16="http://schemas.microsoft.com/office/drawing/2014/main" id="{3A6748DE-9A76-71BA-4DD3-401F5A151B78}"/>
              </a:ext>
            </a:extLst>
          </p:cNvPr>
          <p:cNvSpPr>
            <a:spLocks noGrp="1"/>
          </p:cNvSpPr>
          <p:nvPr>
            <p:ph type="subTitle" idx="1"/>
          </p:nvPr>
        </p:nvSpPr>
        <p:spPr/>
        <p:txBody>
          <a:bodyPr/>
          <a:lstStyle/>
          <a:p>
            <a:r>
              <a:rPr lang="en-US" dirty="0"/>
              <a:t>When to start BUP, how to start BUP, interpret UDS, appropriate response to pos UDS</a:t>
            </a:r>
          </a:p>
        </p:txBody>
      </p:sp>
    </p:spTree>
    <p:extLst>
      <p:ext uri="{BB962C8B-B14F-4D97-AF65-F5344CB8AC3E}">
        <p14:creationId xmlns:p14="http://schemas.microsoft.com/office/powerpoint/2010/main" val="328621749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Diagram 3">
            <a:extLst>
              <a:ext uri="{FF2B5EF4-FFF2-40B4-BE49-F238E27FC236}">
                <a16:creationId xmlns:a16="http://schemas.microsoft.com/office/drawing/2014/main" id="{FF00624A-3728-6BBA-206F-35310239F4A6}"/>
              </a:ext>
            </a:extLst>
          </p:cNvPr>
          <p:cNvGraphicFramePr/>
          <p:nvPr>
            <p:extLst>
              <p:ext uri="{D42A27DB-BD31-4B8C-83A1-F6EECF244321}">
                <p14:modId xmlns:p14="http://schemas.microsoft.com/office/powerpoint/2010/main" val="2372540691"/>
              </p:ext>
            </p:extLst>
          </p:nvPr>
        </p:nvGraphicFramePr>
        <p:xfrm>
          <a:off x="239268" y="251460"/>
          <a:ext cx="11565636" cy="633222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56881669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FFA9AF-BC3F-1F9F-6FC3-73BAEAC3225C}"/>
              </a:ext>
            </a:extLst>
          </p:cNvPr>
          <p:cNvSpPr>
            <a:spLocks noGrp="1"/>
          </p:cNvSpPr>
          <p:nvPr>
            <p:ph type="title"/>
          </p:nvPr>
        </p:nvSpPr>
        <p:spPr/>
        <p:txBody>
          <a:bodyPr/>
          <a:lstStyle/>
          <a:p>
            <a:r>
              <a:rPr lang="en-US" dirty="0"/>
              <a:t>Initiation of Suboxone Maintenance </a:t>
            </a:r>
          </a:p>
        </p:txBody>
      </p:sp>
      <p:sp>
        <p:nvSpPr>
          <p:cNvPr id="3" name="Content Placeholder 2">
            <a:extLst>
              <a:ext uri="{FF2B5EF4-FFF2-40B4-BE49-F238E27FC236}">
                <a16:creationId xmlns:a16="http://schemas.microsoft.com/office/drawing/2014/main" id="{1285D964-7DD7-FEDE-45F8-31268787F755}"/>
              </a:ext>
            </a:extLst>
          </p:cNvPr>
          <p:cNvSpPr>
            <a:spLocks noGrp="1"/>
          </p:cNvSpPr>
          <p:nvPr>
            <p:ph idx="1"/>
          </p:nvPr>
        </p:nvSpPr>
        <p:spPr>
          <a:xfrm>
            <a:off x="838200" y="1825625"/>
            <a:ext cx="10515600" cy="2481970"/>
          </a:xfrm>
        </p:spPr>
        <p:txBody>
          <a:bodyPr>
            <a:normAutofit lnSpcReduction="10000"/>
          </a:bodyPr>
          <a:lstStyle/>
          <a:p>
            <a:pPr marL="514350" indent="-514350">
              <a:buFont typeface="+mj-lt"/>
              <a:buAutoNum type="alphaUcPeriod"/>
            </a:pPr>
            <a:r>
              <a:rPr lang="en-US" dirty="0"/>
              <a:t>Patient meets criteria for diagnosis of opioid use disorder (OUD)</a:t>
            </a:r>
          </a:p>
          <a:p>
            <a:pPr marL="514350" indent="-514350">
              <a:buFont typeface="+mj-lt"/>
              <a:buAutoNum type="alphaUcPeriod"/>
            </a:pPr>
            <a:r>
              <a:rPr lang="en-US" dirty="0"/>
              <a:t>Patient agrees to Suboxone maintenance</a:t>
            </a:r>
          </a:p>
          <a:p>
            <a:pPr marL="514350" indent="-514350">
              <a:buFont typeface="+mj-lt"/>
              <a:buAutoNum type="alphaUcPeriod"/>
            </a:pPr>
            <a:r>
              <a:rPr lang="en-US" dirty="0"/>
              <a:t>Choose Induction Method</a:t>
            </a:r>
          </a:p>
          <a:p>
            <a:pPr lvl="1"/>
            <a:r>
              <a:rPr lang="en-US" dirty="0"/>
              <a:t>Depends on recent substance use and level of tolerance</a:t>
            </a:r>
          </a:p>
          <a:p>
            <a:pPr lvl="1"/>
            <a:r>
              <a:rPr lang="en-US" dirty="0"/>
              <a:t>Method is designed to promptly initiate maintenance treatment while </a:t>
            </a:r>
            <a:r>
              <a:rPr lang="en-US" u="sng" dirty="0">
                <a:solidFill>
                  <a:srgbClr val="FF0000"/>
                </a:solidFill>
              </a:rPr>
              <a:t>avoiding precipitated withdrawal</a:t>
            </a:r>
          </a:p>
          <a:p>
            <a:pPr marL="457200" lvl="1" indent="0">
              <a:buNone/>
            </a:pPr>
            <a:endParaRPr lang="en-US" dirty="0"/>
          </a:p>
        </p:txBody>
      </p:sp>
      <p:graphicFrame>
        <p:nvGraphicFramePr>
          <p:cNvPr id="4" name="Diagram 3">
            <a:extLst>
              <a:ext uri="{FF2B5EF4-FFF2-40B4-BE49-F238E27FC236}">
                <a16:creationId xmlns:a16="http://schemas.microsoft.com/office/drawing/2014/main" id="{607100BA-6B84-DDF9-EE02-3134F88E47C2}"/>
              </a:ext>
            </a:extLst>
          </p:cNvPr>
          <p:cNvGraphicFramePr/>
          <p:nvPr>
            <p:extLst>
              <p:ext uri="{D42A27DB-BD31-4B8C-83A1-F6EECF244321}">
                <p14:modId xmlns:p14="http://schemas.microsoft.com/office/powerpoint/2010/main" val="3319027798"/>
              </p:ext>
            </p:extLst>
          </p:nvPr>
        </p:nvGraphicFramePr>
        <p:xfrm>
          <a:off x="3272010" y="4307595"/>
          <a:ext cx="4858438" cy="234852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67581170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 name="Diagram 7">
            <a:extLst>
              <a:ext uri="{FF2B5EF4-FFF2-40B4-BE49-F238E27FC236}">
                <a16:creationId xmlns:a16="http://schemas.microsoft.com/office/drawing/2014/main" id="{9503C83C-D59A-7860-2CF2-1BEA2E604EAB}"/>
              </a:ext>
            </a:extLst>
          </p:cNvPr>
          <p:cNvGraphicFramePr/>
          <p:nvPr>
            <p:extLst>
              <p:ext uri="{D42A27DB-BD31-4B8C-83A1-F6EECF244321}">
                <p14:modId xmlns:p14="http://schemas.microsoft.com/office/powerpoint/2010/main" val="2029842301"/>
              </p:ext>
            </p:extLst>
          </p:nvPr>
        </p:nvGraphicFramePr>
        <p:xfrm>
          <a:off x="557328" y="247217"/>
          <a:ext cx="10844450" cy="378980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9" name="Rounded Rectangle 8">
            <a:extLst>
              <a:ext uri="{FF2B5EF4-FFF2-40B4-BE49-F238E27FC236}">
                <a16:creationId xmlns:a16="http://schemas.microsoft.com/office/drawing/2014/main" id="{1938A06A-5CBB-35D7-56D5-6283608E4AE5}"/>
              </a:ext>
            </a:extLst>
          </p:cNvPr>
          <p:cNvSpPr/>
          <p:nvPr/>
        </p:nvSpPr>
        <p:spPr>
          <a:xfrm>
            <a:off x="899711" y="4208409"/>
            <a:ext cx="1835553" cy="2352653"/>
          </a:xfrm>
          <a:prstGeom prst="round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ounded Rectangle 9">
            <a:extLst>
              <a:ext uri="{FF2B5EF4-FFF2-40B4-BE49-F238E27FC236}">
                <a16:creationId xmlns:a16="http://schemas.microsoft.com/office/drawing/2014/main" id="{CECF7978-9FB1-235E-0AE7-7C063A3C9DB0}"/>
              </a:ext>
            </a:extLst>
          </p:cNvPr>
          <p:cNvSpPr/>
          <p:nvPr/>
        </p:nvSpPr>
        <p:spPr>
          <a:xfrm>
            <a:off x="2990602" y="4208409"/>
            <a:ext cx="1835553" cy="2352652"/>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ounded Rectangle 10">
            <a:extLst>
              <a:ext uri="{FF2B5EF4-FFF2-40B4-BE49-F238E27FC236}">
                <a16:creationId xmlns:a16="http://schemas.microsoft.com/office/drawing/2014/main" id="{9FC28042-4516-09A9-5731-2B217DBCCCC3}"/>
              </a:ext>
            </a:extLst>
          </p:cNvPr>
          <p:cNvSpPr/>
          <p:nvPr/>
        </p:nvSpPr>
        <p:spPr>
          <a:xfrm>
            <a:off x="5026726" y="4208409"/>
            <a:ext cx="1864464" cy="2351497"/>
          </a:xfrm>
          <a:prstGeom prst="round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C7B9DE10-BF67-6A67-7F54-614B6FC74270}"/>
              </a:ext>
            </a:extLst>
          </p:cNvPr>
          <p:cNvSpPr txBox="1"/>
          <p:nvPr/>
        </p:nvSpPr>
        <p:spPr>
          <a:xfrm>
            <a:off x="941558" y="4322906"/>
            <a:ext cx="1662867" cy="2123658"/>
          </a:xfrm>
          <a:prstGeom prst="rect">
            <a:avLst/>
          </a:prstGeom>
          <a:noFill/>
        </p:spPr>
        <p:txBody>
          <a:bodyPr wrap="square" rtlCol="0">
            <a:spAutoFit/>
          </a:bodyPr>
          <a:lstStyle/>
          <a:p>
            <a:pPr marL="342900" indent="-342900">
              <a:buAutoNum type="arabicPeriod"/>
            </a:pPr>
            <a:r>
              <a:rPr lang="en-US" sz="1600" dirty="0">
                <a:solidFill>
                  <a:schemeClr val="bg1"/>
                </a:solidFill>
              </a:rPr>
              <a:t>Wait at least 24 </a:t>
            </a:r>
            <a:r>
              <a:rPr lang="en-US" sz="1600" dirty="0" err="1">
                <a:solidFill>
                  <a:schemeClr val="bg1"/>
                </a:solidFill>
              </a:rPr>
              <a:t>hrs</a:t>
            </a:r>
            <a:r>
              <a:rPr lang="en-US" sz="1600" dirty="0">
                <a:solidFill>
                  <a:schemeClr val="bg1"/>
                </a:solidFill>
              </a:rPr>
              <a:t> from last use</a:t>
            </a:r>
          </a:p>
          <a:p>
            <a:pPr marL="342900" indent="-342900">
              <a:buAutoNum type="arabicPeriod"/>
            </a:pPr>
            <a:r>
              <a:rPr lang="en-US" sz="1600" dirty="0">
                <a:solidFill>
                  <a:schemeClr val="bg1"/>
                </a:solidFill>
              </a:rPr>
              <a:t>Take 1/8 of film every </a:t>
            </a:r>
            <a:r>
              <a:rPr lang="en-US" sz="1600" dirty="0" err="1">
                <a:solidFill>
                  <a:schemeClr val="bg1"/>
                </a:solidFill>
              </a:rPr>
              <a:t>hr</a:t>
            </a:r>
            <a:r>
              <a:rPr lang="en-US" sz="1600" dirty="0">
                <a:solidFill>
                  <a:schemeClr val="bg1"/>
                </a:solidFill>
              </a:rPr>
              <a:t> x 8 </a:t>
            </a:r>
            <a:r>
              <a:rPr lang="en-US" sz="1600" dirty="0" err="1">
                <a:solidFill>
                  <a:schemeClr val="bg1"/>
                </a:solidFill>
              </a:rPr>
              <a:t>hrs</a:t>
            </a:r>
            <a:endParaRPr lang="en-US" sz="1600" dirty="0">
              <a:solidFill>
                <a:schemeClr val="bg1"/>
              </a:solidFill>
            </a:endParaRPr>
          </a:p>
          <a:p>
            <a:pPr marL="342900" indent="-342900">
              <a:buAutoNum type="arabicPeriod"/>
            </a:pPr>
            <a:r>
              <a:rPr lang="en-US" sz="1600" dirty="0">
                <a:solidFill>
                  <a:schemeClr val="bg1"/>
                </a:solidFill>
              </a:rPr>
              <a:t>Then start 8mg BID</a:t>
            </a:r>
          </a:p>
        </p:txBody>
      </p:sp>
      <p:sp>
        <p:nvSpPr>
          <p:cNvPr id="13" name="TextBox 12">
            <a:extLst>
              <a:ext uri="{FF2B5EF4-FFF2-40B4-BE49-F238E27FC236}">
                <a16:creationId xmlns:a16="http://schemas.microsoft.com/office/drawing/2014/main" id="{D2A9865E-9A9D-E51A-8C1F-B874794C9BA2}"/>
              </a:ext>
            </a:extLst>
          </p:cNvPr>
          <p:cNvSpPr txBox="1"/>
          <p:nvPr/>
        </p:nvSpPr>
        <p:spPr>
          <a:xfrm>
            <a:off x="2919265" y="4446060"/>
            <a:ext cx="1982001" cy="1200329"/>
          </a:xfrm>
          <a:prstGeom prst="rect">
            <a:avLst/>
          </a:prstGeom>
          <a:noFill/>
        </p:spPr>
        <p:txBody>
          <a:bodyPr wrap="square" rtlCol="0">
            <a:spAutoFit/>
          </a:bodyPr>
          <a:lstStyle/>
          <a:p>
            <a:pPr marL="342900" indent="-342900">
              <a:buAutoNum type="arabicPeriod"/>
            </a:pPr>
            <a:r>
              <a:rPr lang="en-US" dirty="0">
                <a:solidFill>
                  <a:schemeClr val="bg1"/>
                </a:solidFill>
              </a:rPr>
              <a:t>If oxy wait 12 </a:t>
            </a:r>
            <a:r>
              <a:rPr lang="en-US" dirty="0" err="1">
                <a:solidFill>
                  <a:schemeClr val="bg1"/>
                </a:solidFill>
              </a:rPr>
              <a:t>hrs</a:t>
            </a:r>
            <a:r>
              <a:rPr lang="en-US" dirty="0">
                <a:solidFill>
                  <a:schemeClr val="bg1"/>
                </a:solidFill>
              </a:rPr>
              <a:t> then start maintenance 8mg BID</a:t>
            </a:r>
          </a:p>
        </p:txBody>
      </p:sp>
      <p:sp>
        <p:nvSpPr>
          <p:cNvPr id="14" name="TextBox 13">
            <a:extLst>
              <a:ext uri="{FF2B5EF4-FFF2-40B4-BE49-F238E27FC236}">
                <a16:creationId xmlns:a16="http://schemas.microsoft.com/office/drawing/2014/main" id="{A6650CCA-90FF-5A31-D874-CE6F2599FBFB}"/>
              </a:ext>
            </a:extLst>
          </p:cNvPr>
          <p:cNvSpPr txBox="1"/>
          <p:nvPr/>
        </p:nvSpPr>
        <p:spPr>
          <a:xfrm>
            <a:off x="5122054" y="4446060"/>
            <a:ext cx="1769136" cy="2031325"/>
          </a:xfrm>
          <a:prstGeom prst="rect">
            <a:avLst/>
          </a:prstGeom>
          <a:noFill/>
        </p:spPr>
        <p:txBody>
          <a:bodyPr wrap="square" rtlCol="0">
            <a:spAutoFit/>
          </a:bodyPr>
          <a:lstStyle/>
          <a:p>
            <a:pPr marL="342900" indent="-342900">
              <a:buAutoNum type="arabicPeriod"/>
            </a:pPr>
            <a:r>
              <a:rPr lang="en-US" dirty="0">
                <a:solidFill>
                  <a:schemeClr val="bg1"/>
                </a:solidFill>
              </a:rPr>
              <a:t>Start lower than typical due to opioid naïve state</a:t>
            </a:r>
          </a:p>
          <a:p>
            <a:pPr marL="342900" indent="-342900">
              <a:buAutoNum type="arabicPeriod"/>
            </a:pPr>
            <a:r>
              <a:rPr lang="en-US" dirty="0">
                <a:solidFill>
                  <a:schemeClr val="bg1"/>
                </a:solidFill>
              </a:rPr>
              <a:t>Start 4mg daily</a:t>
            </a:r>
          </a:p>
        </p:txBody>
      </p:sp>
      <p:sp>
        <p:nvSpPr>
          <p:cNvPr id="2" name="Rounded Rectangle 10">
            <a:extLst>
              <a:ext uri="{FF2B5EF4-FFF2-40B4-BE49-F238E27FC236}">
                <a16:creationId xmlns:a16="http://schemas.microsoft.com/office/drawing/2014/main" id="{3B24BEF4-0FDE-0036-1771-31E086ACCE3C}"/>
              </a:ext>
            </a:extLst>
          </p:cNvPr>
          <p:cNvSpPr/>
          <p:nvPr/>
        </p:nvSpPr>
        <p:spPr>
          <a:xfrm>
            <a:off x="7142244" y="4208409"/>
            <a:ext cx="1864464" cy="2351497"/>
          </a:xfrm>
          <a:prstGeom prst="roundRect">
            <a:avLst/>
          </a:prstGeom>
          <a:solidFill>
            <a:srgbClr val="7030A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C142CA3F-F9DF-B5AA-172F-474A29B705EE}"/>
              </a:ext>
            </a:extLst>
          </p:cNvPr>
          <p:cNvSpPr txBox="1"/>
          <p:nvPr/>
        </p:nvSpPr>
        <p:spPr>
          <a:xfrm>
            <a:off x="7187089" y="4446060"/>
            <a:ext cx="1769136" cy="923330"/>
          </a:xfrm>
          <a:prstGeom prst="rect">
            <a:avLst/>
          </a:prstGeom>
          <a:noFill/>
        </p:spPr>
        <p:txBody>
          <a:bodyPr wrap="square" rtlCol="0">
            <a:spAutoFit/>
          </a:bodyPr>
          <a:lstStyle/>
          <a:p>
            <a:pPr marL="342900" indent="-342900">
              <a:buAutoNum type="arabicPeriod"/>
            </a:pPr>
            <a:r>
              <a:rPr lang="en-US" dirty="0">
                <a:solidFill>
                  <a:schemeClr val="bg1"/>
                </a:solidFill>
              </a:rPr>
              <a:t>Continue standard dosing</a:t>
            </a:r>
          </a:p>
        </p:txBody>
      </p:sp>
      <p:sp>
        <p:nvSpPr>
          <p:cNvPr id="4" name="Rounded Rectangle 10">
            <a:extLst>
              <a:ext uri="{FF2B5EF4-FFF2-40B4-BE49-F238E27FC236}">
                <a16:creationId xmlns:a16="http://schemas.microsoft.com/office/drawing/2014/main" id="{D2898586-676E-8E02-AD28-C9A26BD5C4E8}"/>
              </a:ext>
            </a:extLst>
          </p:cNvPr>
          <p:cNvSpPr/>
          <p:nvPr/>
        </p:nvSpPr>
        <p:spPr>
          <a:xfrm>
            <a:off x="9257763" y="4193641"/>
            <a:ext cx="1864464" cy="2351497"/>
          </a:xfrm>
          <a:prstGeom prst="roundRect">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29BCBA4A-5B2F-39F1-1827-17ADF1A910C6}"/>
              </a:ext>
            </a:extLst>
          </p:cNvPr>
          <p:cNvSpPr txBox="1"/>
          <p:nvPr/>
        </p:nvSpPr>
        <p:spPr>
          <a:xfrm>
            <a:off x="9305427" y="4251582"/>
            <a:ext cx="1769136" cy="2308324"/>
          </a:xfrm>
          <a:prstGeom prst="rect">
            <a:avLst/>
          </a:prstGeom>
          <a:noFill/>
        </p:spPr>
        <p:txBody>
          <a:bodyPr wrap="square" rtlCol="0">
            <a:spAutoFit/>
          </a:bodyPr>
          <a:lstStyle/>
          <a:p>
            <a:pPr marL="342900" indent="-342900">
              <a:buAutoNum type="arabicPeriod"/>
            </a:pPr>
            <a:r>
              <a:rPr lang="en-US" dirty="0">
                <a:solidFill>
                  <a:schemeClr val="bg1"/>
                </a:solidFill>
              </a:rPr>
              <a:t>Taper down methadone to below 40mg daily</a:t>
            </a:r>
          </a:p>
          <a:p>
            <a:pPr marL="342900" indent="-342900">
              <a:buAutoNum type="arabicPeriod"/>
            </a:pPr>
            <a:r>
              <a:rPr lang="en-US" dirty="0">
                <a:solidFill>
                  <a:schemeClr val="bg1"/>
                </a:solidFill>
              </a:rPr>
              <a:t>Wait 24 </a:t>
            </a:r>
            <a:r>
              <a:rPr lang="en-US" dirty="0" err="1">
                <a:solidFill>
                  <a:schemeClr val="bg1"/>
                </a:solidFill>
              </a:rPr>
              <a:t>hrs</a:t>
            </a:r>
            <a:endParaRPr lang="en-US" dirty="0">
              <a:solidFill>
                <a:schemeClr val="bg1"/>
              </a:solidFill>
            </a:endParaRPr>
          </a:p>
          <a:p>
            <a:pPr marL="342900" indent="-342900">
              <a:buAutoNum type="arabicPeriod"/>
            </a:pPr>
            <a:r>
              <a:rPr lang="en-US" dirty="0">
                <a:solidFill>
                  <a:schemeClr val="bg1"/>
                </a:solidFill>
              </a:rPr>
              <a:t>Start 1/8 film every hour x 8</a:t>
            </a:r>
          </a:p>
        </p:txBody>
      </p:sp>
      <p:sp>
        <p:nvSpPr>
          <p:cNvPr id="6" name="Star: 5 Points 5">
            <a:extLst>
              <a:ext uri="{FF2B5EF4-FFF2-40B4-BE49-F238E27FC236}">
                <a16:creationId xmlns:a16="http://schemas.microsoft.com/office/drawing/2014/main" id="{C07DFB5E-41E4-7B54-C8C0-4BC776263302}"/>
              </a:ext>
            </a:extLst>
          </p:cNvPr>
          <p:cNvSpPr/>
          <p:nvPr/>
        </p:nvSpPr>
        <p:spPr>
          <a:xfrm>
            <a:off x="2458932" y="4073527"/>
            <a:ext cx="403092" cy="372533"/>
          </a:xfrm>
          <a:prstGeom prst="star5">
            <a:avLst/>
          </a:prstGeom>
          <a:solidFill>
            <a:srgbClr val="FF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Star: 5 Points 6">
            <a:extLst>
              <a:ext uri="{FF2B5EF4-FFF2-40B4-BE49-F238E27FC236}">
                <a16:creationId xmlns:a16="http://schemas.microsoft.com/office/drawing/2014/main" id="{4A8103CF-D79A-24D3-8660-7CD3385A60F3}"/>
              </a:ext>
            </a:extLst>
          </p:cNvPr>
          <p:cNvSpPr/>
          <p:nvPr/>
        </p:nvSpPr>
        <p:spPr>
          <a:xfrm>
            <a:off x="10847713" y="4036345"/>
            <a:ext cx="403092" cy="372533"/>
          </a:xfrm>
          <a:prstGeom prst="star5">
            <a:avLst/>
          </a:prstGeom>
          <a:solidFill>
            <a:srgbClr val="FF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Star: 5 Points 14">
            <a:extLst>
              <a:ext uri="{FF2B5EF4-FFF2-40B4-BE49-F238E27FC236}">
                <a16:creationId xmlns:a16="http://schemas.microsoft.com/office/drawing/2014/main" id="{9EEBAD96-C89F-C598-D8C4-A22201D49037}"/>
              </a:ext>
            </a:extLst>
          </p:cNvPr>
          <p:cNvSpPr/>
          <p:nvPr/>
        </p:nvSpPr>
        <p:spPr>
          <a:xfrm>
            <a:off x="154236" y="72731"/>
            <a:ext cx="403092" cy="372533"/>
          </a:xfrm>
          <a:prstGeom prst="star5">
            <a:avLst/>
          </a:prstGeom>
          <a:solidFill>
            <a:srgbClr val="FF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extBox 15">
            <a:extLst>
              <a:ext uri="{FF2B5EF4-FFF2-40B4-BE49-F238E27FC236}">
                <a16:creationId xmlns:a16="http://schemas.microsoft.com/office/drawing/2014/main" id="{7CEE8ED0-6FA1-1632-F773-6889164B68DE}"/>
              </a:ext>
            </a:extLst>
          </p:cNvPr>
          <p:cNvSpPr txBox="1"/>
          <p:nvPr/>
        </p:nvSpPr>
        <p:spPr>
          <a:xfrm>
            <a:off x="666044" y="75932"/>
            <a:ext cx="2675467" cy="369332"/>
          </a:xfrm>
          <a:prstGeom prst="rect">
            <a:avLst/>
          </a:prstGeom>
          <a:solidFill>
            <a:srgbClr val="FF0000"/>
          </a:solidFill>
        </p:spPr>
        <p:txBody>
          <a:bodyPr wrap="square" rtlCol="0">
            <a:spAutoFit/>
          </a:bodyPr>
          <a:lstStyle/>
          <a:p>
            <a:r>
              <a:rPr lang="en-US" dirty="0"/>
              <a:t>Consider Inpatient Detox</a:t>
            </a:r>
          </a:p>
        </p:txBody>
      </p:sp>
    </p:spTree>
    <p:extLst>
      <p:ext uri="{BB962C8B-B14F-4D97-AF65-F5344CB8AC3E}">
        <p14:creationId xmlns:p14="http://schemas.microsoft.com/office/powerpoint/2010/main" val="420786361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Diagram 1">
            <a:extLst>
              <a:ext uri="{FF2B5EF4-FFF2-40B4-BE49-F238E27FC236}">
                <a16:creationId xmlns:a16="http://schemas.microsoft.com/office/drawing/2014/main" id="{6B3261C3-906F-ED89-7A98-BB4F8CD94CE4}"/>
              </a:ext>
            </a:extLst>
          </p:cNvPr>
          <p:cNvGraphicFramePr/>
          <p:nvPr>
            <p:extLst>
              <p:ext uri="{D42A27DB-BD31-4B8C-83A1-F6EECF244321}">
                <p14:modId xmlns:p14="http://schemas.microsoft.com/office/powerpoint/2010/main" val="110799078"/>
              </p:ext>
            </p:extLst>
          </p:nvPr>
        </p:nvGraphicFramePr>
        <p:xfrm>
          <a:off x="239268" y="251460"/>
          <a:ext cx="11565636" cy="633222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17016916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8EEC6F-FE86-AFA8-8D21-CEAF101D8C2E}"/>
            </a:ext>
          </a:extLst>
        </p:cNvPr>
        <p:cNvGrpSpPr/>
        <p:nvPr/>
      </p:nvGrpSpPr>
      <p:grpSpPr>
        <a:xfrm>
          <a:off x="0" y="0"/>
          <a:ext cx="0" cy="0"/>
          <a:chOff x="0" y="0"/>
          <a:chExt cx="0" cy="0"/>
        </a:xfrm>
      </p:grpSpPr>
      <p:graphicFrame>
        <p:nvGraphicFramePr>
          <p:cNvPr id="2" name="Diagram 1">
            <a:extLst>
              <a:ext uri="{FF2B5EF4-FFF2-40B4-BE49-F238E27FC236}">
                <a16:creationId xmlns:a16="http://schemas.microsoft.com/office/drawing/2014/main" id="{9021D7E5-41CE-CF3C-B78D-8BB530E6901C}"/>
              </a:ext>
            </a:extLst>
          </p:cNvPr>
          <p:cNvGraphicFramePr/>
          <p:nvPr>
            <p:extLst>
              <p:ext uri="{D42A27DB-BD31-4B8C-83A1-F6EECF244321}">
                <p14:modId xmlns:p14="http://schemas.microsoft.com/office/powerpoint/2010/main" val="3975376716"/>
              </p:ext>
            </p:extLst>
          </p:nvPr>
        </p:nvGraphicFramePr>
        <p:xfrm>
          <a:off x="313182" y="114300"/>
          <a:ext cx="11565636" cy="633222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44011557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742CB2-7A0F-4E46-A61E-390EB7C0862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9C306B4-FF6A-81B3-C6F0-5A7C1F7503B1}"/>
              </a:ext>
            </a:extLst>
          </p:cNvPr>
          <p:cNvSpPr>
            <a:spLocks noGrp="1"/>
          </p:cNvSpPr>
          <p:nvPr>
            <p:ph type="title"/>
          </p:nvPr>
        </p:nvSpPr>
        <p:spPr>
          <a:xfrm>
            <a:off x="838200" y="365126"/>
            <a:ext cx="10515600" cy="868764"/>
          </a:xfrm>
        </p:spPr>
        <p:txBody>
          <a:bodyPr>
            <a:normAutofit/>
          </a:bodyPr>
          <a:lstStyle/>
          <a:p>
            <a:r>
              <a:rPr lang="en-US" sz="3200" dirty="0"/>
              <a:t>Interpreting UDS Results</a:t>
            </a:r>
          </a:p>
        </p:txBody>
      </p:sp>
      <p:graphicFrame>
        <p:nvGraphicFramePr>
          <p:cNvPr id="6" name="Diagram 5">
            <a:extLst>
              <a:ext uri="{FF2B5EF4-FFF2-40B4-BE49-F238E27FC236}">
                <a16:creationId xmlns:a16="http://schemas.microsoft.com/office/drawing/2014/main" id="{89573D8D-CB04-3913-9D46-1801594F9032}"/>
              </a:ext>
            </a:extLst>
          </p:cNvPr>
          <p:cNvGraphicFramePr/>
          <p:nvPr>
            <p:extLst>
              <p:ext uri="{D42A27DB-BD31-4B8C-83A1-F6EECF244321}">
                <p14:modId xmlns:p14="http://schemas.microsoft.com/office/powerpoint/2010/main" val="3016465842"/>
              </p:ext>
            </p:extLst>
          </p:nvPr>
        </p:nvGraphicFramePr>
        <p:xfrm>
          <a:off x="1663547" y="1090670"/>
          <a:ext cx="8802477" cy="564257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7" name="TextBox 6">
            <a:extLst>
              <a:ext uri="{FF2B5EF4-FFF2-40B4-BE49-F238E27FC236}">
                <a16:creationId xmlns:a16="http://schemas.microsoft.com/office/drawing/2014/main" id="{29B149CB-0E4C-A1D2-DDF1-81A46F59E481}"/>
              </a:ext>
            </a:extLst>
          </p:cNvPr>
          <p:cNvSpPr txBox="1"/>
          <p:nvPr/>
        </p:nvSpPr>
        <p:spPr>
          <a:xfrm>
            <a:off x="209320" y="6308208"/>
            <a:ext cx="2456762" cy="338554"/>
          </a:xfrm>
          <a:prstGeom prst="rect">
            <a:avLst/>
          </a:prstGeom>
          <a:noFill/>
        </p:spPr>
        <p:txBody>
          <a:bodyPr wrap="square" rtlCol="0">
            <a:spAutoFit/>
          </a:bodyPr>
          <a:lstStyle/>
          <a:p>
            <a:r>
              <a:rPr lang="en-US" sz="1600" dirty="0"/>
              <a:t>*FENT or other opioid</a:t>
            </a:r>
          </a:p>
        </p:txBody>
      </p:sp>
    </p:spTree>
    <p:extLst>
      <p:ext uri="{BB962C8B-B14F-4D97-AF65-F5344CB8AC3E}">
        <p14:creationId xmlns:p14="http://schemas.microsoft.com/office/powerpoint/2010/main" val="356882282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DC6D73-260B-B93F-8449-E29EAEABC7AD}"/>
              </a:ext>
            </a:extLst>
          </p:cNvPr>
          <p:cNvSpPr>
            <a:spLocks noGrp="1"/>
          </p:cNvSpPr>
          <p:nvPr>
            <p:ph type="title"/>
          </p:nvPr>
        </p:nvSpPr>
        <p:spPr/>
        <p:txBody>
          <a:bodyPr/>
          <a:lstStyle/>
          <a:p>
            <a:r>
              <a:rPr lang="en-US" dirty="0"/>
              <a:t>Buprenorphine-naloxone </a:t>
            </a:r>
          </a:p>
        </p:txBody>
      </p:sp>
      <p:sp>
        <p:nvSpPr>
          <p:cNvPr id="3" name="Content Placeholder 2">
            <a:extLst>
              <a:ext uri="{FF2B5EF4-FFF2-40B4-BE49-F238E27FC236}">
                <a16:creationId xmlns:a16="http://schemas.microsoft.com/office/drawing/2014/main" id="{EED2BCFA-6A08-F2C5-8400-2BCBEA2C252F}"/>
              </a:ext>
            </a:extLst>
          </p:cNvPr>
          <p:cNvSpPr>
            <a:spLocks noGrp="1"/>
          </p:cNvSpPr>
          <p:nvPr>
            <p:ph idx="1"/>
          </p:nvPr>
        </p:nvSpPr>
        <p:spPr/>
        <p:txBody>
          <a:bodyPr>
            <a:normAutofit fontScale="92500" lnSpcReduction="10000"/>
          </a:bodyPr>
          <a:lstStyle/>
          <a:p>
            <a:r>
              <a:rPr lang="en-US" dirty="0"/>
              <a:t>Buprenorphine-naloxone combination formulation is “Suboxone”</a:t>
            </a:r>
          </a:p>
          <a:p>
            <a:r>
              <a:rPr lang="en-US" dirty="0"/>
              <a:t>Buprenorphine is the active ingredient. </a:t>
            </a:r>
          </a:p>
          <a:p>
            <a:pPr lvl="1"/>
            <a:r>
              <a:rPr lang="en-US" dirty="0"/>
              <a:t>Naloxone is not absorbed effectively when taken sublingual. </a:t>
            </a:r>
          </a:p>
          <a:p>
            <a:pPr lvl="1"/>
            <a:r>
              <a:rPr lang="en-US" dirty="0"/>
              <a:t>Naloxone is only present to prevent injection misuse.</a:t>
            </a:r>
          </a:p>
          <a:p>
            <a:r>
              <a:rPr lang="en-US" u="sng" dirty="0"/>
              <a:t>Buprenorphine-naloxone combination “Suboxone” is the only FDA approved formulation to treat opioid use disorder (OUD)</a:t>
            </a:r>
          </a:p>
          <a:p>
            <a:r>
              <a:rPr lang="en-US" dirty="0"/>
              <a:t>Buprenorphine </a:t>
            </a:r>
            <a:r>
              <a:rPr lang="en-US" dirty="0" err="1"/>
              <a:t>monoproduct</a:t>
            </a:r>
            <a:r>
              <a:rPr lang="en-US" dirty="0"/>
              <a:t> “Subutex” is </a:t>
            </a:r>
            <a:r>
              <a:rPr lang="en-US" dirty="0">
                <a:highlight>
                  <a:srgbClr val="FFFF00"/>
                </a:highlight>
              </a:rPr>
              <a:t>not</a:t>
            </a:r>
            <a:r>
              <a:rPr lang="en-US" dirty="0"/>
              <a:t> an appropriate option for treating OUD. </a:t>
            </a:r>
          </a:p>
          <a:p>
            <a:pPr lvl="1"/>
            <a:r>
              <a:rPr lang="en-US" dirty="0"/>
              <a:t>Please note there has never been a documented anaphylactic reaction to naloxone – (naloxone “Narcan” is available OTC)</a:t>
            </a:r>
          </a:p>
          <a:p>
            <a:pPr lvl="1"/>
            <a:r>
              <a:rPr lang="en-US" dirty="0"/>
              <a:t>Sometimes patients conflate allergic reaction with precipitated withdrawal</a:t>
            </a:r>
          </a:p>
          <a:p>
            <a:endParaRPr lang="en-US" dirty="0"/>
          </a:p>
        </p:txBody>
      </p:sp>
    </p:spTree>
    <p:extLst>
      <p:ext uri="{BB962C8B-B14F-4D97-AF65-F5344CB8AC3E}">
        <p14:creationId xmlns:p14="http://schemas.microsoft.com/office/powerpoint/2010/main" val="122828447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C6AFE4-D4B4-CBDB-AB28-D3085558A28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E7FF792-476C-71F2-9DAB-D271DDCB5FAE}"/>
              </a:ext>
            </a:extLst>
          </p:cNvPr>
          <p:cNvSpPr>
            <a:spLocks noGrp="1"/>
          </p:cNvSpPr>
          <p:nvPr>
            <p:ph type="title"/>
          </p:nvPr>
        </p:nvSpPr>
        <p:spPr/>
        <p:txBody>
          <a:bodyPr/>
          <a:lstStyle/>
          <a:p>
            <a:r>
              <a:rPr lang="en-US" dirty="0"/>
              <a:t>Buprenorphine-naloxone </a:t>
            </a:r>
          </a:p>
        </p:txBody>
      </p:sp>
      <p:sp>
        <p:nvSpPr>
          <p:cNvPr id="3" name="Content Placeholder 2">
            <a:extLst>
              <a:ext uri="{FF2B5EF4-FFF2-40B4-BE49-F238E27FC236}">
                <a16:creationId xmlns:a16="http://schemas.microsoft.com/office/drawing/2014/main" id="{8EE4FB43-24CA-655C-6758-99BDDBD6656E}"/>
              </a:ext>
            </a:extLst>
          </p:cNvPr>
          <p:cNvSpPr>
            <a:spLocks noGrp="1"/>
          </p:cNvSpPr>
          <p:nvPr>
            <p:ph idx="1"/>
          </p:nvPr>
        </p:nvSpPr>
        <p:spPr/>
        <p:txBody>
          <a:bodyPr>
            <a:normAutofit fontScale="92500" lnSpcReduction="10000"/>
          </a:bodyPr>
          <a:lstStyle/>
          <a:p>
            <a:r>
              <a:rPr lang="en-US" dirty="0"/>
              <a:t>Suboxone is incredibly safe. Per the MSDS the LD</a:t>
            </a:r>
            <a:r>
              <a:rPr lang="en-US" baseline="-25000" dirty="0"/>
              <a:t>50</a:t>
            </a:r>
            <a:r>
              <a:rPr lang="en-US" dirty="0"/>
              <a:t> is around 40,000mg (impossible to ingest a lethal amt)</a:t>
            </a:r>
          </a:p>
          <a:p>
            <a:pPr lvl="1"/>
            <a:r>
              <a:rPr lang="en-US" dirty="0"/>
              <a:t>However, in combination with other substances there is risk of over-sedation and even overdose</a:t>
            </a:r>
          </a:p>
          <a:p>
            <a:endParaRPr lang="en-US" dirty="0"/>
          </a:p>
          <a:p>
            <a:r>
              <a:rPr lang="en-US" dirty="0"/>
              <a:t>The major safety risk of prescribing Suboxone is </a:t>
            </a:r>
            <a:r>
              <a:rPr lang="en-US" u="sng" dirty="0">
                <a:solidFill>
                  <a:srgbClr val="FF0000"/>
                </a:solidFill>
              </a:rPr>
              <a:t>precipitated withdrawal</a:t>
            </a:r>
          </a:p>
          <a:p>
            <a:pPr lvl="1"/>
            <a:r>
              <a:rPr lang="en-US" dirty="0"/>
              <a:t>This occurs due to Suboxone’s high affinity for the Mu opioid receptor which leads to active displacement of the full opioid agonist (fentanyl) from the mu opioid receptor and replacement with partial activation from buprenorphine. </a:t>
            </a:r>
          </a:p>
          <a:p>
            <a:pPr lvl="1"/>
            <a:r>
              <a:rPr lang="en-US" dirty="0"/>
              <a:t>This effectively causes 50% of opioid withdrawal instantly which is very uncomfortable and can even be dangerous</a:t>
            </a:r>
          </a:p>
        </p:txBody>
      </p:sp>
    </p:spTree>
    <p:extLst>
      <p:ext uri="{BB962C8B-B14F-4D97-AF65-F5344CB8AC3E}">
        <p14:creationId xmlns:p14="http://schemas.microsoft.com/office/powerpoint/2010/main" val="262971821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D265960-3032-313B-54CB-D7A8C27C3563}"/>
              </a:ext>
            </a:extLst>
          </p:cNvPr>
          <p:cNvSpPr>
            <a:spLocks noGrp="1"/>
          </p:cNvSpPr>
          <p:nvPr>
            <p:ph type="title"/>
          </p:nvPr>
        </p:nvSpPr>
        <p:spPr/>
        <p:txBody>
          <a:bodyPr/>
          <a:lstStyle/>
          <a:p>
            <a:r>
              <a:rPr lang="en-US" dirty="0"/>
              <a:t>Ongoing treatment</a:t>
            </a:r>
          </a:p>
        </p:txBody>
      </p:sp>
      <p:sp>
        <p:nvSpPr>
          <p:cNvPr id="5" name="Text Placeholder 4">
            <a:extLst>
              <a:ext uri="{FF2B5EF4-FFF2-40B4-BE49-F238E27FC236}">
                <a16:creationId xmlns:a16="http://schemas.microsoft.com/office/drawing/2014/main" id="{E2147B7C-5D05-94BE-F56B-68817EC044F8}"/>
              </a:ext>
            </a:extLst>
          </p:cNvPr>
          <p:cNvSpPr>
            <a:spLocks noGrp="1"/>
          </p:cNvSpPr>
          <p:nvPr>
            <p:ph type="body" idx="1"/>
          </p:nvPr>
        </p:nvSpPr>
        <p:spPr/>
        <p:txBody>
          <a:bodyPr/>
          <a:lstStyle/>
          <a:p>
            <a:r>
              <a:rPr lang="en-US" dirty="0"/>
              <a:t>Determining dose and monitoring/interpreting urine drug screen (UDS) results</a:t>
            </a:r>
          </a:p>
        </p:txBody>
      </p:sp>
    </p:spTree>
    <p:extLst>
      <p:ext uri="{BB962C8B-B14F-4D97-AF65-F5344CB8AC3E}">
        <p14:creationId xmlns:p14="http://schemas.microsoft.com/office/powerpoint/2010/main" val="316818187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77D2FC0A-7CA6-41CB-1E5A-CE4E6FC88E13}"/>
              </a:ext>
            </a:extLst>
          </p:cNvPr>
          <p:cNvSpPr>
            <a:spLocks noGrp="1"/>
          </p:cNvSpPr>
          <p:nvPr>
            <p:ph type="title"/>
          </p:nvPr>
        </p:nvSpPr>
        <p:spPr/>
        <p:txBody>
          <a:bodyPr/>
          <a:lstStyle/>
          <a:p>
            <a:r>
              <a:rPr lang="en-US" dirty="0"/>
              <a:t>Suboxone Dosing</a:t>
            </a:r>
          </a:p>
        </p:txBody>
      </p:sp>
      <p:sp>
        <p:nvSpPr>
          <p:cNvPr id="5" name="Content Placeholder 4">
            <a:extLst>
              <a:ext uri="{FF2B5EF4-FFF2-40B4-BE49-F238E27FC236}">
                <a16:creationId xmlns:a16="http://schemas.microsoft.com/office/drawing/2014/main" id="{A8870866-7C63-C385-192C-777A9E38F2E9}"/>
              </a:ext>
            </a:extLst>
          </p:cNvPr>
          <p:cNvSpPr>
            <a:spLocks noGrp="1"/>
          </p:cNvSpPr>
          <p:nvPr>
            <p:ph idx="1"/>
          </p:nvPr>
        </p:nvSpPr>
        <p:spPr/>
        <p:txBody>
          <a:bodyPr>
            <a:normAutofit fontScale="77500" lnSpcReduction="20000"/>
          </a:bodyPr>
          <a:lstStyle/>
          <a:p>
            <a:r>
              <a:rPr lang="en-US" dirty="0"/>
              <a:t>Dose should be titrated to control cravings</a:t>
            </a:r>
          </a:p>
          <a:p>
            <a:pPr lvl="1"/>
            <a:r>
              <a:rPr lang="en-US" dirty="0"/>
              <a:t>“Cravings” are difficult to define and are inherently subjective</a:t>
            </a:r>
          </a:p>
          <a:p>
            <a:pPr lvl="1"/>
            <a:r>
              <a:rPr lang="en-US" dirty="0"/>
              <a:t>However, if a patient has cravings they are at increased risk for relapse</a:t>
            </a:r>
          </a:p>
          <a:p>
            <a:pPr lvl="1"/>
            <a:endParaRPr lang="en-US" dirty="0"/>
          </a:p>
          <a:p>
            <a:r>
              <a:rPr lang="en-US" dirty="0">
                <a:highlight>
                  <a:srgbClr val="FFFF00"/>
                </a:highlight>
              </a:rPr>
              <a:t>Standard Suboxone dose is </a:t>
            </a:r>
            <a:r>
              <a:rPr lang="en-US" dirty="0">
                <a:solidFill>
                  <a:srgbClr val="FF0000"/>
                </a:solidFill>
                <a:highlight>
                  <a:srgbClr val="FFFF00"/>
                </a:highlight>
              </a:rPr>
              <a:t>16mg per day </a:t>
            </a:r>
          </a:p>
          <a:p>
            <a:pPr lvl="1"/>
            <a:r>
              <a:rPr lang="en-US" dirty="0"/>
              <a:t>Often taken in divided doses of 8mg BID but can be taken once per day</a:t>
            </a:r>
          </a:p>
          <a:p>
            <a:pPr lvl="1"/>
            <a:r>
              <a:rPr lang="en-US" dirty="0"/>
              <a:t>Patient preference</a:t>
            </a:r>
          </a:p>
          <a:p>
            <a:endParaRPr lang="en-US" dirty="0"/>
          </a:p>
          <a:p>
            <a:r>
              <a:rPr lang="en-US" b="1" dirty="0"/>
              <a:t>NOTE</a:t>
            </a:r>
            <a:r>
              <a:rPr lang="en-US" dirty="0"/>
              <a:t>: </a:t>
            </a:r>
            <a:r>
              <a:rPr lang="en-US" i="1" dirty="0"/>
              <a:t>FDA approval and package insert indicates standard dosing is between </a:t>
            </a:r>
            <a:r>
              <a:rPr lang="en-US" i="1" dirty="0">
                <a:highlight>
                  <a:srgbClr val="FFFF00"/>
                </a:highlight>
              </a:rPr>
              <a:t>8-24mg</a:t>
            </a:r>
            <a:r>
              <a:rPr lang="en-US" i="1" dirty="0"/>
              <a:t> per day. </a:t>
            </a:r>
            <a:r>
              <a:rPr lang="en-US" i="1" dirty="0">
                <a:solidFill>
                  <a:srgbClr val="FF0000"/>
                </a:solidFill>
              </a:rPr>
              <a:t>However, in TN there is an ‘arbitrary’ limit at 16mg for NP’s and PA’s and 20mg for most physicians </a:t>
            </a:r>
            <a:r>
              <a:rPr lang="en-US" i="1" dirty="0"/>
              <a:t>unless addiction specialists. This is not true in most other states where dosing is per medication guidelines.</a:t>
            </a:r>
          </a:p>
          <a:p>
            <a:pPr lvl="1"/>
            <a:r>
              <a:rPr lang="en-US" i="1" dirty="0"/>
              <a:t>Patients requiring doses above 16mg or 20mg per day can be referred to addiction treatment specialist (McNabb, Cherokee/River Valley, </a:t>
            </a:r>
            <a:r>
              <a:rPr lang="en-US" i="1" dirty="0" err="1"/>
              <a:t>ReVida</a:t>
            </a:r>
            <a:r>
              <a:rPr lang="en-US" i="1" dirty="0"/>
              <a:t>, Cedar Recovery etc.)</a:t>
            </a:r>
          </a:p>
        </p:txBody>
      </p:sp>
    </p:spTree>
    <p:extLst>
      <p:ext uri="{BB962C8B-B14F-4D97-AF65-F5344CB8AC3E}">
        <p14:creationId xmlns:p14="http://schemas.microsoft.com/office/powerpoint/2010/main" val="378994063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FA592D-B51D-48AD-25D2-50A7447D404C}"/>
              </a:ext>
            </a:extLst>
          </p:cNvPr>
          <p:cNvSpPr>
            <a:spLocks noGrp="1"/>
          </p:cNvSpPr>
          <p:nvPr>
            <p:ph type="title"/>
          </p:nvPr>
        </p:nvSpPr>
        <p:spPr/>
        <p:txBody>
          <a:bodyPr/>
          <a:lstStyle/>
          <a:p>
            <a:r>
              <a:rPr lang="en-US" dirty="0"/>
              <a:t>Interpreting UDS Results</a:t>
            </a:r>
          </a:p>
        </p:txBody>
      </p:sp>
      <p:sp>
        <p:nvSpPr>
          <p:cNvPr id="3" name="Content Placeholder 2">
            <a:extLst>
              <a:ext uri="{FF2B5EF4-FFF2-40B4-BE49-F238E27FC236}">
                <a16:creationId xmlns:a16="http://schemas.microsoft.com/office/drawing/2014/main" id="{FBBFFC9E-A749-838C-24F6-B027CC4C85B4}"/>
              </a:ext>
            </a:extLst>
          </p:cNvPr>
          <p:cNvSpPr>
            <a:spLocks noGrp="1"/>
          </p:cNvSpPr>
          <p:nvPr>
            <p:ph idx="1"/>
          </p:nvPr>
        </p:nvSpPr>
        <p:spPr/>
        <p:txBody>
          <a:bodyPr/>
          <a:lstStyle/>
          <a:p>
            <a:r>
              <a:rPr lang="en-US" dirty="0"/>
              <a:t>Patients ideally should provide a UDS at each appointment</a:t>
            </a:r>
          </a:p>
          <a:p>
            <a:pPr lvl="1"/>
            <a:r>
              <a:rPr lang="en-US" dirty="0"/>
              <a:t>Note: some debate this due to UDS not changing treatment plan (</a:t>
            </a:r>
            <a:r>
              <a:rPr lang="en-US" dirty="0" err="1"/>
              <a:t>eg.</a:t>
            </a:r>
            <a:r>
              <a:rPr lang="en-US" dirty="0"/>
              <a:t> Still will provide suboxone whether positive or negative for opiates, meth, </a:t>
            </a:r>
            <a:r>
              <a:rPr lang="en-US" dirty="0" err="1"/>
              <a:t>etc</a:t>
            </a:r>
            <a:r>
              <a:rPr lang="en-US" dirty="0"/>
              <a:t>)</a:t>
            </a:r>
          </a:p>
          <a:p>
            <a:pPr lvl="1"/>
            <a:r>
              <a:rPr lang="en-US" dirty="0"/>
              <a:t>However, </a:t>
            </a:r>
            <a:r>
              <a:rPr lang="en-US" dirty="0">
                <a:solidFill>
                  <a:srgbClr val="FF0000"/>
                </a:solidFill>
              </a:rPr>
              <a:t>UDS at each appt is gold standard </a:t>
            </a:r>
            <a:r>
              <a:rPr lang="en-US" dirty="0"/>
              <a:t>because it helps ensure patients are taking Suboxone (BUP +) and helps risk stratify those patients who may need additional resources (</a:t>
            </a:r>
            <a:r>
              <a:rPr lang="en-US" dirty="0" err="1"/>
              <a:t>eg.</a:t>
            </a:r>
            <a:r>
              <a:rPr lang="en-US" dirty="0"/>
              <a:t> referral to higher level of care)</a:t>
            </a:r>
          </a:p>
        </p:txBody>
      </p:sp>
    </p:spTree>
    <p:extLst>
      <p:ext uri="{BB962C8B-B14F-4D97-AF65-F5344CB8AC3E}">
        <p14:creationId xmlns:p14="http://schemas.microsoft.com/office/powerpoint/2010/main" val="185528213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226</TotalTime>
  <Words>1002</Words>
  <Application>Microsoft Office PowerPoint</Application>
  <PresentationFormat>Widescreen</PresentationFormat>
  <Paragraphs>149</Paragraphs>
  <Slides>12</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12</vt:i4>
      </vt:variant>
    </vt:vector>
  </HeadingPairs>
  <TitlesOfParts>
    <vt:vector size="16" baseType="lpstr">
      <vt:lpstr>Aptos</vt:lpstr>
      <vt:lpstr>Aptos Display</vt:lpstr>
      <vt:lpstr>Arial</vt:lpstr>
      <vt:lpstr>Office Theme</vt:lpstr>
      <vt:lpstr>Summary of Clinical Guidance:</vt:lpstr>
      <vt:lpstr>PowerPoint Presentation</vt:lpstr>
      <vt:lpstr>Initiation of Suboxone Maintenance </vt:lpstr>
      <vt:lpstr>PowerPoint Presentation</vt:lpstr>
      <vt:lpstr>PowerPoint Presentation</vt:lpstr>
      <vt:lpstr>PowerPoint Presentation</vt:lpstr>
      <vt:lpstr>Interpreting UDS Results</vt:lpstr>
      <vt:lpstr>Buprenorphine-naloxone </vt:lpstr>
      <vt:lpstr>Buprenorphine-naloxone </vt:lpstr>
      <vt:lpstr>Ongoing treatment</vt:lpstr>
      <vt:lpstr>Suboxone Dosing</vt:lpstr>
      <vt:lpstr>Interpreting UDS Results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Alexander, Ryan</dc:creator>
  <cp:lastModifiedBy>Ryan Alexander</cp:lastModifiedBy>
  <cp:revision>7</cp:revision>
  <dcterms:created xsi:type="dcterms:W3CDTF">2026-01-26T15:53:32Z</dcterms:created>
  <dcterms:modified xsi:type="dcterms:W3CDTF">2026-05-27T16:46:09Z</dcterms:modified>
</cp:coreProperties>
</file>